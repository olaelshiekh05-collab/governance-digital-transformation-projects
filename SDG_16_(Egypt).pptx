
<file path=[Content_Types].xml><?xml version="1.0" encoding="utf-8"?>
<Types xmlns="http://schemas.openxmlformats.org/package/2006/content-types">
  <Default Extension="1" ContentType="image/jpeg"/>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22"/>
  </p:notesMasterIdLst>
  <p:handoutMasterIdLst>
    <p:handoutMasterId r:id="rId23"/>
  </p:handoutMasterIdLst>
  <p:sldIdLst>
    <p:sldId id="256" r:id="rId5"/>
    <p:sldId id="301" r:id="rId6"/>
    <p:sldId id="302" r:id="rId7"/>
    <p:sldId id="303" r:id="rId8"/>
    <p:sldId id="312" r:id="rId9"/>
    <p:sldId id="313" r:id="rId10"/>
    <p:sldId id="304" r:id="rId11"/>
    <p:sldId id="307" r:id="rId12"/>
    <p:sldId id="290" r:id="rId13"/>
    <p:sldId id="286" r:id="rId14"/>
    <p:sldId id="285" r:id="rId15"/>
    <p:sldId id="298" r:id="rId16"/>
    <p:sldId id="309" r:id="rId17"/>
    <p:sldId id="306" r:id="rId18"/>
    <p:sldId id="270" r:id="rId19"/>
    <p:sldId id="310" r:id="rId20"/>
    <p:sldId id="311"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5" orient="horz" pos="1896" userDrawn="1">
          <p15:clr>
            <a:srgbClr val="A4A3A4"/>
          </p15:clr>
        </p15:guide>
        <p15:guide id="6" orient="horz" pos="3504" userDrawn="1">
          <p15:clr>
            <a:srgbClr val="A4A3A4"/>
          </p15:clr>
        </p15:guide>
        <p15:guide id="7" pos="3840">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4" name="Author" initials="A" lastIdx="0" clrIdx="3"/>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388A6"/>
    <a:srgbClr val="09090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306799F8-075E-4A3A-A7F6-7FBC6576F1A4}" styleName="Themed Style 2 - Accent 3">
    <a:tblBg>
      <a:fillRef idx="3">
        <a:schemeClr val="accent3"/>
      </a:fillRef>
      <a:effectRef idx="3">
        <a:schemeClr val="accent3"/>
      </a:effectRef>
    </a:tblBg>
    <a:wholeTbl>
      <a:tcTxStyle>
        <a:fontRef idx="minor">
          <a:scrgbClr r="0" g="0" b="0"/>
        </a:fontRef>
        <a:schemeClr val="lt1"/>
      </a:tcTxStyle>
      <a:tcStyle>
        <a:tcBdr>
          <a:left>
            <a:lnRef idx="1">
              <a:schemeClr val="accent3">
                <a:tint val="50000"/>
              </a:schemeClr>
            </a:lnRef>
          </a:left>
          <a:right>
            <a:lnRef idx="1">
              <a:schemeClr val="accent3">
                <a:tint val="50000"/>
              </a:schemeClr>
            </a:lnRef>
          </a:right>
          <a:top>
            <a:lnRef idx="1">
              <a:schemeClr val="accent3">
                <a:tint val="50000"/>
              </a:schemeClr>
            </a:lnRef>
          </a:top>
          <a:bottom>
            <a:lnRef idx="1">
              <a:schemeClr val="accent3">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84" autoAdjust="0"/>
    <p:restoredTop sz="93561" autoAdjust="0"/>
  </p:normalViewPr>
  <p:slideViewPr>
    <p:cSldViewPr snapToGrid="0">
      <p:cViewPr varScale="1">
        <p:scale>
          <a:sx n="64" d="100"/>
          <a:sy n="64" d="100"/>
        </p:scale>
        <p:origin x="744" y="44"/>
      </p:cViewPr>
      <p:guideLst>
        <p:guide orient="horz" pos="1896"/>
        <p:guide orient="horz" pos="3504"/>
        <p:guide pos="3840"/>
      </p:guideLst>
    </p:cSldViewPr>
  </p:slideViewPr>
  <p:outlineViewPr>
    <p:cViewPr>
      <p:scale>
        <a:sx n="33" d="100"/>
        <a:sy n="33" d="100"/>
      </p:scale>
      <p:origin x="0" y="0"/>
    </p:cViewPr>
  </p:outlineViewPr>
  <p:notesTextViewPr>
    <p:cViewPr>
      <p:scale>
        <a:sx n="1" d="1"/>
        <a:sy n="1" d="1"/>
      </p:scale>
      <p:origin x="0" y="0"/>
    </p:cViewPr>
  </p:notesTextViewPr>
  <p:sorterViewPr>
    <p:cViewPr varScale="1">
      <p:scale>
        <a:sx n="1" d="1"/>
        <a:sy n="1" d="1"/>
      </p:scale>
      <p:origin x="0" y="0"/>
    </p:cViewPr>
  </p:sorterViewPr>
  <p:notesViewPr>
    <p:cSldViewPr snapToGrid="0" showGuides="1">
      <p:cViewPr varScale="1">
        <p:scale>
          <a:sx n="48" d="100"/>
          <a:sy n="48" d="100"/>
        </p:scale>
        <p:origin x="1836" y="48"/>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commentAuthors" Target="commentAuthor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handoutMaster" Target="handoutMasters/handoutMaster1.xml"/><Relationship Id="rId28"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notesMaster" Target="notesMasters/notesMaster1.xml"/><Relationship Id="rId27"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F3031A82-4A00-4794-A488-59AC186D7CF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81C85656-A361-4B32-99B1-66591145F7D2}"/>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214AEED-FF0D-4512-BD5F-9F077F06D9A7}" type="datetimeFigureOut">
              <a:rPr lang="en-US" smtClean="0"/>
              <a:t>6/25/2026</a:t>
            </a:fld>
            <a:endParaRPr lang="en-US" dirty="0"/>
          </a:p>
        </p:txBody>
      </p:sp>
      <p:sp>
        <p:nvSpPr>
          <p:cNvPr id="4" name="Footer Placeholder 3">
            <a:extLst>
              <a:ext uri="{FF2B5EF4-FFF2-40B4-BE49-F238E27FC236}">
                <a16:creationId xmlns:a16="http://schemas.microsoft.com/office/drawing/2014/main" id="{C51AFD4F-E871-421C-96C6-CCFAA872CB3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C0FE0EF6-A335-4727-9E75-458707395EEF}"/>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DF7C8AB8-F519-4C44-A217-B2548CA6E52D}" type="slidenum">
              <a:rPr lang="en-US" smtClean="0"/>
              <a:t>‹#›</a:t>
            </a:fld>
            <a:endParaRPr lang="en-US" dirty="0"/>
          </a:p>
        </p:txBody>
      </p:sp>
    </p:spTree>
    <p:extLst>
      <p:ext uri="{BB962C8B-B14F-4D97-AF65-F5344CB8AC3E}">
        <p14:creationId xmlns:p14="http://schemas.microsoft.com/office/powerpoint/2010/main" val="281640957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9AF9B45-E22A-4A9C-91D5-81685A72A6FA}" type="datetimeFigureOut">
              <a:rPr lang="en-US" smtClean="0"/>
              <a:t>6/23/2026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2303549-A82F-409E-AD53-534267A0E10B}" type="slidenum">
              <a:rPr lang="en-US" smtClean="0"/>
              <a:t>‹#›</a:t>
            </a:fld>
            <a:endParaRPr lang="en-US" dirty="0"/>
          </a:p>
        </p:txBody>
      </p:sp>
    </p:spTree>
    <p:extLst>
      <p:ext uri="{BB962C8B-B14F-4D97-AF65-F5344CB8AC3E}">
        <p14:creationId xmlns:p14="http://schemas.microsoft.com/office/powerpoint/2010/main" val="40866498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2303549-A82F-409E-AD53-534267A0E10B}" type="slidenum">
              <a:rPr lang="en-US" smtClean="0"/>
              <a:t>8</a:t>
            </a:fld>
            <a:endParaRPr lang="en-US" dirty="0"/>
          </a:p>
        </p:txBody>
      </p:sp>
    </p:spTree>
    <p:extLst>
      <p:ext uri="{BB962C8B-B14F-4D97-AF65-F5344CB8AC3E}">
        <p14:creationId xmlns:p14="http://schemas.microsoft.com/office/powerpoint/2010/main" val="37170860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2303549-A82F-409E-AD53-534267A0E10B}" type="slidenum">
              <a:rPr lang="en-US" smtClean="0"/>
              <a:t>9</a:t>
            </a:fld>
            <a:endParaRPr lang="en-US" dirty="0"/>
          </a:p>
        </p:txBody>
      </p:sp>
    </p:spTree>
    <p:extLst>
      <p:ext uri="{BB962C8B-B14F-4D97-AF65-F5344CB8AC3E}">
        <p14:creationId xmlns:p14="http://schemas.microsoft.com/office/powerpoint/2010/main" val="414393091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2303549-A82F-409E-AD53-534267A0E10B}" type="slidenum">
              <a:rPr lang="en-US" smtClean="0"/>
              <a:t>15</a:t>
            </a:fld>
            <a:endParaRPr lang="en-US" dirty="0"/>
          </a:p>
        </p:txBody>
      </p:sp>
    </p:spTree>
    <p:extLst>
      <p:ext uri="{BB962C8B-B14F-4D97-AF65-F5344CB8AC3E}">
        <p14:creationId xmlns:p14="http://schemas.microsoft.com/office/powerpoint/2010/main" val="357915470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2303549-A82F-409E-AD53-534267A0E10B}" type="slidenum">
              <a:rPr lang="en-US" smtClean="0"/>
              <a:t>16</a:t>
            </a:fld>
            <a:endParaRPr lang="en-US" dirty="0"/>
          </a:p>
        </p:txBody>
      </p:sp>
    </p:spTree>
    <p:extLst>
      <p:ext uri="{BB962C8B-B14F-4D97-AF65-F5344CB8AC3E}">
        <p14:creationId xmlns:p14="http://schemas.microsoft.com/office/powerpoint/2010/main" val="334534129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bg1"/>
        </a:solidFill>
        <a:effectLst/>
      </p:bgPr>
    </p:bg>
    <p:spTree>
      <p:nvGrpSpPr>
        <p:cNvPr id="1" name=""/>
        <p:cNvGrpSpPr/>
        <p:nvPr/>
      </p:nvGrpSpPr>
      <p:grpSpPr>
        <a:xfrm>
          <a:off x="0" y="0"/>
          <a:ext cx="0" cy="0"/>
          <a:chOff x="0" y="0"/>
          <a:chExt cx="0" cy="0"/>
        </a:xfrm>
      </p:grpSpPr>
      <p:sp>
        <p:nvSpPr>
          <p:cNvPr id="16" name="Picture Placeholder 15">
            <a:extLst>
              <a:ext uri="{FF2B5EF4-FFF2-40B4-BE49-F238E27FC236}">
                <a16:creationId xmlns:a16="http://schemas.microsoft.com/office/drawing/2014/main" id="{D379641C-8260-44A4-9F71-E216C07A38B4}"/>
              </a:ext>
            </a:extLst>
          </p:cNvPr>
          <p:cNvSpPr>
            <a:spLocks noGrp="1"/>
          </p:cNvSpPr>
          <p:nvPr>
            <p:ph type="pic" sz="quarter" idx="14"/>
          </p:nvPr>
        </p:nvSpPr>
        <p:spPr>
          <a:xfrm>
            <a:off x="1524" y="0"/>
            <a:ext cx="12188952" cy="6858000"/>
          </a:xfrm>
          <a:custGeom>
            <a:avLst/>
            <a:gdLst>
              <a:gd name="connsiteX0" fmla="*/ 0 w 12188952"/>
              <a:gd name="connsiteY0" fmla="*/ 0 h 6858000"/>
              <a:gd name="connsiteX1" fmla="*/ 12188952 w 12188952"/>
              <a:gd name="connsiteY1" fmla="*/ 0 h 6858000"/>
              <a:gd name="connsiteX2" fmla="*/ 12188952 w 12188952"/>
              <a:gd name="connsiteY2" fmla="*/ 6858000 h 6858000"/>
              <a:gd name="connsiteX3" fmla="*/ 0 w 12188952"/>
              <a:gd name="connsiteY3" fmla="*/ 6858000 h 6858000"/>
              <a:gd name="connsiteX4" fmla="*/ 0 w 12188952"/>
              <a:gd name="connsiteY4" fmla="*/ 4416742 h 6858000"/>
              <a:gd name="connsiteX5" fmla="*/ 9142476 w 12188952"/>
              <a:gd name="connsiteY5" fmla="*/ 4416742 h 6858000"/>
              <a:gd name="connsiteX6" fmla="*/ 9142476 w 12188952"/>
              <a:gd name="connsiteY6" fmla="*/ 4188142 h 6858000"/>
              <a:gd name="connsiteX7" fmla="*/ 0 w 12188952"/>
              <a:gd name="connsiteY7" fmla="*/ 418814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88952" h="6858000">
                <a:moveTo>
                  <a:pt x="0" y="0"/>
                </a:moveTo>
                <a:lnTo>
                  <a:pt x="12188952" y="0"/>
                </a:lnTo>
                <a:lnTo>
                  <a:pt x="12188952" y="6858000"/>
                </a:lnTo>
                <a:lnTo>
                  <a:pt x="0" y="6858000"/>
                </a:lnTo>
                <a:lnTo>
                  <a:pt x="0" y="4416742"/>
                </a:lnTo>
                <a:lnTo>
                  <a:pt x="9142476" y="4416742"/>
                </a:lnTo>
                <a:lnTo>
                  <a:pt x="9142476" y="4188142"/>
                </a:lnTo>
                <a:lnTo>
                  <a:pt x="0" y="4188142"/>
                </a:lnTo>
                <a:close/>
              </a:path>
            </a:pathLst>
          </a:custGeom>
          <a:solidFill>
            <a:schemeClr val="accent6">
              <a:lumMod val="20000"/>
              <a:lumOff val="80000"/>
            </a:schemeClr>
          </a:solidFill>
        </p:spPr>
        <p:txBody>
          <a:bodyPr wrap="square">
            <a:noAutofit/>
          </a:bodyPr>
          <a:lstStyle/>
          <a:p>
            <a:r>
              <a:rPr lang="en-US"/>
              <a:t>Click icon to add picture</a:t>
            </a:r>
            <a:endParaRPr lang="en-US" dirty="0"/>
          </a:p>
        </p:txBody>
      </p:sp>
      <p:sp>
        <p:nvSpPr>
          <p:cNvPr id="2" name="Title 1">
            <a:extLst>
              <a:ext uri="{FF2B5EF4-FFF2-40B4-BE49-F238E27FC236}">
                <a16:creationId xmlns:a16="http://schemas.microsoft.com/office/drawing/2014/main" id="{6C25C416-A3A2-4CF9-9532-2C0BFB51CFDF}"/>
              </a:ext>
            </a:extLst>
          </p:cNvPr>
          <p:cNvSpPr>
            <a:spLocks noGrp="1"/>
          </p:cNvSpPr>
          <p:nvPr>
            <p:ph type="ctrTitle" hasCustomPrompt="1"/>
          </p:nvPr>
        </p:nvSpPr>
        <p:spPr>
          <a:xfrm>
            <a:off x="838200" y="4636008"/>
            <a:ext cx="9144000" cy="1107959"/>
          </a:xfrm>
        </p:spPr>
        <p:txBody>
          <a:bodyPr anchor="b" anchorCtr="0"/>
          <a:lstStyle>
            <a:lvl1pPr algn="l">
              <a:defRPr sz="6000">
                <a:solidFill>
                  <a:schemeClr val="bg1"/>
                </a:solidFill>
              </a:defRPr>
            </a:lvl1pPr>
          </a:lstStyle>
          <a:p>
            <a:r>
              <a:rPr lang="en-US" dirty="0"/>
              <a:t>CLICK TO EDIT TITLE</a:t>
            </a:r>
          </a:p>
        </p:txBody>
      </p:sp>
      <p:sp>
        <p:nvSpPr>
          <p:cNvPr id="12" name="Text Placeholder 11">
            <a:extLst>
              <a:ext uri="{FF2B5EF4-FFF2-40B4-BE49-F238E27FC236}">
                <a16:creationId xmlns:a16="http://schemas.microsoft.com/office/drawing/2014/main" id="{779D466B-640E-419A-8701-FA39B12DD959}"/>
              </a:ext>
            </a:extLst>
          </p:cNvPr>
          <p:cNvSpPr>
            <a:spLocks noGrp="1"/>
          </p:cNvSpPr>
          <p:nvPr>
            <p:ph type="body" sz="quarter" idx="13" hasCustomPrompt="1"/>
          </p:nvPr>
        </p:nvSpPr>
        <p:spPr>
          <a:xfrm>
            <a:off x="841248" y="5742432"/>
            <a:ext cx="7953375" cy="457200"/>
          </a:xfrm>
        </p:spPr>
        <p:txBody>
          <a:bodyPr>
            <a:noAutofit/>
          </a:bodyPr>
          <a:lstStyle>
            <a:lvl1pPr marL="0" indent="0">
              <a:buNone/>
              <a:defRPr sz="1800">
                <a:solidFill>
                  <a:schemeClr val="bg1"/>
                </a:solidFill>
                <a:latin typeface="+mn-lt"/>
              </a:defRPr>
            </a:lvl1pPr>
            <a:lvl2pPr marL="457200" indent="0">
              <a:buNone/>
              <a:defRPr sz="2400">
                <a:solidFill>
                  <a:schemeClr val="bg1"/>
                </a:solidFill>
                <a:latin typeface="+mn-lt"/>
              </a:defRPr>
            </a:lvl2pPr>
            <a:lvl3pPr marL="914400" indent="0">
              <a:buNone/>
              <a:defRPr sz="2400">
                <a:solidFill>
                  <a:schemeClr val="bg1"/>
                </a:solidFill>
                <a:latin typeface="+mn-lt"/>
              </a:defRPr>
            </a:lvl3pPr>
            <a:lvl4pPr marL="1371600" indent="0">
              <a:buNone/>
              <a:defRPr sz="2400">
                <a:solidFill>
                  <a:schemeClr val="bg1"/>
                </a:solidFill>
                <a:latin typeface="+mn-lt"/>
              </a:defRPr>
            </a:lvl4pPr>
            <a:lvl5pPr marL="1828800" indent="0">
              <a:buNone/>
              <a:defRPr sz="2400">
                <a:solidFill>
                  <a:schemeClr val="bg1"/>
                </a:solidFill>
                <a:latin typeface="+mn-lt"/>
              </a:defRPr>
            </a:lvl5pPr>
          </a:lstStyle>
          <a:p>
            <a:pPr lvl="0"/>
            <a:r>
              <a:rPr lang="en-US" dirty="0"/>
              <a:t>Click to edit text</a:t>
            </a:r>
          </a:p>
        </p:txBody>
      </p:sp>
      <p:sp>
        <p:nvSpPr>
          <p:cNvPr id="17" name="Rectangle 16">
            <a:extLst>
              <a:ext uri="{FF2B5EF4-FFF2-40B4-BE49-F238E27FC236}">
                <a16:creationId xmlns:a16="http://schemas.microsoft.com/office/drawing/2014/main" id="{80659D50-D55F-4F3D-8F15-5B1F1F2B4B96}"/>
              </a:ext>
              <a:ext uri="{C183D7F6-B498-43B3-948B-1728B52AA6E4}">
                <adec:decorative xmlns:adec="http://schemas.microsoft.com/office/drawing/2017/decorative" val="1"/>
              </a:ext>
            </a:extLst>
          </p:cNvPr>
          <p:cNvSpPr/>
          <p:nvPr userDrawn="1"/>
        </p:nvSpPr>
        <p:spPr>
          <a:xfrm>
            <a:off x="0" y="4188142"/>
            <a:ext cx="9144000" cy="2286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8395834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bout us">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D0D8038A-5827-4846-97D5-0DEF7A92C9C5}"/>
              </a:ext>
            </a:extLst>
          </p:cNvPr>
          <p:cNvSpPr>
            <a:spLocks noGrp="1"/>
          </p:cNvSpPr>
          <p:nvPr>
            <p:ph type="pic" sz="quarter" idx="13"/>
          </p:nvPr>
        </p:nvSpPr>
        <p:spPr>
          <a:xfrm>
            <a:off x="228600" y="0"/>
            <a:ext cx="11961876" cy="6858000"/>
          </a:xfrm>
          <a:custGeom>
            <a:avLst/>
            <a:gdLst>
              <a:gd name="connsiteX0" fmla="*/ 0 w 11961876"/>
              <a:gd name="connsiteY0" fmla="*/ 0 h 6858000"/>
              <a:gd name="connsiteX1" fmla="*/ 11961876 w 11961876"/>
              <a:gd name="connsiteY1" fmla="*/ 0 h 6858000"/>
              <a:gd name="connsiteX2" fmla="*/ 11961876 w 11961876"/>
              <a:gd name="connsiteY2" fmla="*/ 6858000 h 6858000"/>
              <a:gd name="connsiteX3" fmla="*/ 0 w 11961876"/>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1961876" h="6858000">
                <a:moveTo>
                  <a:pt x="0" y="0"/>
                </a:moveTo>
                <a:lnTo>
                  <a:pt x="11961876" y="0"/>
                </a:lnTo>
                <a:lnTo>
                  <a:pt x="11961876" y="6858000"/>
                </a:lnTo>
                <a:lnTo>
                  <a:pt x="0" y="6858000"/>
                </a:lnTo>
                <a:close/>
              </a:path>
            </a:pathLst>
          </a:custGeom>
          <a:solidFill>
            <a:schemeClr val="accent6">
              <a:lumMod val="20000"/>
              <a:lumOff val="80000"/>
            </a:schemeClr>
          </a:solidFill>
        </p:spPr>
        <p:txBody>
          <a:bodyPr wrap="square">
            <a:noAutofit/>
          </a:bodyPr>
          <a:lstStyle/>
          <a:p>
            <a:r>
              <a:rPr lang="en-US"/>
              <a:t>Click icon to add picture</a:t>
            </a:r>
            <a:endParaRPr lang="en-US" dirty="0"/>
          </a:p>
        </p:txBody>
      </p:sp>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838199" y="2578608"/>
            <a:ext cx="4297680" cy="914400"/>
          </a:xfrm>
        </p:spPr>
        <p:txBody>
          <a:bodyPr anchor="b" anchorCtr="0"/>
          <a:lstStyle/>
          <a:p>
            <a:r>
              <a:rPr lang="en-US" dirty="0"/>
              <a:t>CLICK TO EDIT TITLE </a:t>
            </a:r>
          </a:p>
        </p:txBody>
      </p:sp>
      <p:sp>
        <p:nvSpPr>
          <p:cNvPr id="3" name="Content Placeholder 2">
            <a:extLst>
              <a:ext uri="{FF2B5EF4-FFF2-40B4-BE49-F238E27FC236}">
                <a16:creationId xmlns:a16="http://schemas.microsoft.com/office/drawing/2014/main" id="{BF8F5A6A-E29E-401A-801A-8FD9CAABA7A5}"/>
              </a:ext>
            </a:extLst>
          </p:cNvPr>
          <p:cNvSpPr>
            <a:spLocks noGrp="1"/>
          </p:cNvSpPr>
          <p:nvPr>
            <p:ph idx="1" hasCustomPrompt="1"/>
          </p:nvPr>
        </p:nvSpPr>
        <p:spPr>
          <a:xfrm>
            <a:off x="838199" y="3721608"/>
            <a:ext cx="4297680" cy="2286000"/>
          </a:xfrm>
        </p:spPr>
        <p:txBody>
          <a:bodyPr>
            <a:normAutofit/>
          </a:bodyPr>
          <a:lstStyle>
            <a:lvl1pPr marL="0" indent="0">
              <a:lnSpc>
                <a:spcPts val="2400"/>
              </a:lnSpc>
              <a:buNone/>
              <a:defRPr sz="1400"/>
            </a:lvl1pPr>
            <a:lvl2pPr marL="457200" indent="0">
              <a:lnSpc>
                <a:spcPct val="100000"/>
              </a:lnSpc>
              <a:buNone/>
              <a:defRPr sz="1600"/>
            </a:lvl2pPr>
            <a:lvl3pPr marL="914400" indent="0">
              <a:lnSpc>
                <a:spcPct val="100000"/>
              </a:lnSpc>
              <a:buNone/>
              <a:defRPr sz="1600"/>
            </a:lvl3pPr>
            <a:lvl4pPr marL="1371600" indent="0">
              <a:lnSpc>
                <a:spcPct val="100000"/>
              </a:lnSpc>
              <a:buNone/>
              <a:defRPr sz="1600"/>
            </a:lvl4pPr>
            <a:lvl5pPr marL="1828800" indent="0">
              <a:lnSpc>
                <a:spcPct val="100000"/>
              </a:lnSpc>
              <a:buNone/>
              <a:defRPr sz="1600"/>
            </a:lvl5pPr>
          </a:lstStyle>
          <a:p>
            <a:pPr lvl="0"/>
            <a:r>
              <a:rPr lang="en-US" dirty="0"/>
              <a:t>Click to edit text</a:t>
            </a:r>
          </a:p>
        </p:txBody>
      </p:sp>
      <p:sp>
        <p:nvSpPr>
          <p:cNvPr id="4" name="Date Placeholder 3">
            <a:extLst>
              <a:ext uri="{FF2B5EF4-FFF2-40B4-BE49-F238E27FC236}">
                <a16:creationId xmlns:a16="http://schemas.microsoft.com/office/drawing/2014/main" id="{3EDAC16E-5725-4AC1-AB85-871F25D26688}"/>
              </a:ext>
            </a:extLst>
          </p:cNvPr>
          <p:cNvSpPr>
            <a:spLocks noGrp="1"/>
          </p:cNvSpPr>
          <p:nvPr>
            <p:ph type="dt" sz="half" idx="10"/>
          </p:nvPr>
        </p:nvSpPr>
        <p:spPr/>
        <p:txBody>
          <a:bodyPr/>
          <a:lstStyle/>
          <a:p>
            <a:r>
              <a:rPr lang="en-US" dirty="0"/>
              <a:t>7/14/20XX</a:t>
            </a:r>
          </a:p>
        </p:txBody>
      </p:sp>
      <p:sp>
        <p:nvSpPr>
          <p:cNvPr id="5" name="Footer Placeholder 4">
            <a:extLst>
              <a:ext uri="{FF2B5EF4-FFF2-40B4-BE49-F238E27FC236}">
                <a16:creationId xmlns:a16="http://schemas.microsoft.com/office/drawing/2014/main" id="{FD10B5D8-71E9-48DC-A04C-559359603CB0}"/>
              </a:ext>
            </a:extLst>
          </p:cNvPr>
          <p:cNvSpPr>
            <a:spLocks noGrp="1"/>
          </p:cNvSpPr>
          <p:nvPr>
            <p:ph type="ftr" sz="quarter" idx="11"/>
          </p:nvPr>
        </p:nvSpPr>
        <p:spPr/>
        <p:txBody>
          <a:bodyPr/>
          <a:lstStyle/>
          <a:p>
            <a:r>
              <a:rPr lang="en-US" dirty="0"/>
              <a:t>Pitch deck title</a:t>
            </a:r>
          </a:p>
        </p:txBody>
      </p:sp>
      <p:sp>
        <p:nvSpPr>
          <p:cNvPr id="6" name="Slide Number Placeholder 5">
            <a:extLst>
              <a:ext uri="{FF2B5EF4-FFF2-40B4-BE49-F238E27FC236}">
                <a16:creationId xmlns:a16="http://schemas.microsoft.com/office/drawing/2014/main" id="{A0FDD81F-9379-48E6-9B14-83486F920A39}"/>
              </a:ext>
            </a:extLst>
          </p:cNvPr>
          <p:cNvSpPr>
            <a:spLocks noGrp="1"/>
          </p:cNvSpPr>
          <p:nvPr>
            <p:ph type="sldNum" sz="quarter" idx="12"/>
          </p:nvPr>
        </p:nvSpPr>
        <p:spPr/>
        <p:txBody>
          <a:bodyPr/>
          <a:lstStyle/>
          <a:p>
            <a:fld id="{B5CEABB6-07DC-46E8-9B57-56EC44A396E5}" type="slidenum">
              <a:rPr lang="en-US" smtClean="0"/>
              <a:t>‹#›</a:t>
            </a:fld>
            <a:endParaRPr lang="en-US" dirty="0"/>
          </a:p>
        </p:txBody>
      </p:sp>
      <p:sp>
        <p:nvSpPr>
          <p:cNvPr id="10" name="Rectangle 9">
            <a:extLst>
              <a:ext uri="{FF2B5EF4-FFF2-40B4-BE49-F238E27FC236}">
                <a16:creationId xmlns:a16="http://schemas.microsoft.com/office/drawing/2014/main" id="{E3A951D3-FDD2-4A48-9F77-7EB69F3AAC62}"/>
              </a:ext>
              <a:ext uri="{C183D7F6-B498-43B3-948B-1728B52AA6E4}">
                <adec:decorative xmlns:adec="http://schemas.microsoft.com/office/drawing/2017/decorative" val="1"/>
              </a:ext>
            </a:extLst>
          </p:cNvPr>
          <p:cNvSpPr/>
          <p:nvPr userDrawn="1"/>
        </p:nvSpPr>
        <p:spPr>
          <a:xfrm>
            <a:off x="0" y="0"/>
            <a:ext cx="228600" cy="685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Text Placeholder 12">
            <a:extLst>
              <a:ext uri="{FF2B5EF4-FFF2-40B4-BE49-F238E27FC236}">
                <a16:creationId xmlns:a16="http://schemas.microsoft.com/office/drawing/2014/main" id="{0D24C9D2-B921-4FAF-8173-CF9B37D4F8FA}"/>
              </a:ext>
            </a:extLst>
          </p:cNvPr>
          <p:cNvSpPr>
            <a:spLocks noGrp="1"/>
          </p:cNvSpPr>
          <p:nvPr>
            <p:ph type="body" sz="quarter" idx="14" hasCustomPrompt="1"/>
          </p:nvPr>
        </p:nvSpPr>
        <p:spPr>
          <a:xfrm>
            <a:off x="10713720" y="-68580"/>
            <a:ext cx="1737360" cy="6858000"/>
          </a:xfrm>
        </p:spPr>
        <p:txBody>
          <a:bodyPr vert="vert270" anchor="t">
            <a:noAutofit/>
          </a:bodyPr>
          <a:lstStyle>
            <a:lvl1pPr marL="0" indent="0">
              <a:spcBef>
                <a:spcPts val="0"/>
              </a:spcBef>
              <a:buNone/>
              <a:defRPr sz="13500" cap="all" baseline="0">
                <a:solidFill>
                  <a:schemeClr val="bg1">
                    <a:lumMod val="95000"/>
                  </a:schemeClr>
                </a:solidFill>
                <a:latin typeface="Source Sans Pro ExtraLight" panose="020B0303030403020204" pitchFamily="34" charset="0"/>
                <a:ea typeface="Source Sans Pro ExtraLight" panose="020B0303030403020204" pitchFamily="34" charset="0"/>
              </a:defRPr>
            </a:lvl1pPr>
          </a:lstStyle>
          <a:p>
            <a:pPr lvl="0"/>
            <a:r>
              <a:rPr lang="en-US" dirty="0"/>
              <a:t>About</a:t>
            </a:r>
          </a:p>
        </p:txBody>
      </p:sp>
    </p:spTree>
    <p:extLst>
      <p:ext uri="{BB962C8B-B14F-4D97-AF65-F5344CB8AC3E}">
        <p14:creationId xmlns:p14="http://schemas.microsoft.com/office/powerpoint/2010/main" val="36448595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Problem">
    <p:spTree>
      <p:nvGrpSpPr>
        <p:cNvPr id="1" name=""/>
        <p:cNvGrpSpPr/>
        <p:nvPr/>
      </p:nvGrpSpPr>
      <p:grpSpPr>
        <a:xfrm>
          <a:off x="0" y="0"/>
          <a:ext cx="0" cy="0"/>
          <a:chOff x="0" y="0"/>
          <a:chExt cx="0" cy="0"/>
        </a:xfrm>
      </p:grpSpPr>
      <p:sp>
        <p:nvSpPr>
          <p:cNvPr id="26" name="Picture Placeholder 25">
            <a:extLst>
              <a:ext uri="{FF2B5EF4-FFF2-40B4-BE49-F238E27FC236}">
                <a16:creationId xmlns:a16="http://schemas.microsoft.com/office/drawing/2014/main" id="{6A9CEDC6-C07A-4AA6-A03A-799447ACA932}"/>
              </a:ext>
            </a:extLst>
          </p:cNvPr>
          <p:cNvSpPr>
            <a:spLocks noGrp="1"/>
          </p:cNvSpPr>
          <p:nvPr>
            <p:ph type="pic" sz="quarter" idx="13"/>
          </p:nvPr>
        </p:nvSpPr>
        <p:spPr>
          <a:xfrm>
            <a:off x="1524" y="0"/>
            <a:ext cx="12188952" cy="6858000"/>
          </a:xfrm>
          <a:custGeom>
            <a:avLst/>
            <a:gdLst>
              <a:gd name="connsiteX0" fmla="*/ 10025044 w 12188952"/>
              <a:gd name="connsiteY0" fmla="*/ 1464945 h 6858000"/>
              <a:gd name="connsiteX1" fmla="*/ 10025044 w 12188952"/>
              <a:gd name="connsiteY1" fmla="*/ 6219825 h 6858000"/>
              <a:gd name="connsiteX2" fmla="*/ 10253644 w 12188952"/>
              <a:gd name="connsiteY2" fmla="*/ 6219825 h 6858000"/>
              <a:gd name="connsiteX3" fmla="*/ 10253644 w 12188952"/>
              <a:gd name="connsiteY3" fmla="*/ 1464945 h 6858000"/>
              <a:gd name="connsiteX4" fmla="*/ 0 w 12188952"/>
              <a:gd name="connsiteY4" fmla="*/ 0 h 6858000"/>
              <a:gd name="connsiteX5" fmla="*/ 12188952 w 12188952"/>
              <a:gd name="connsiteY5" fmla="*/ 0 h 6858000"/>
              <a:gd name="connsiteX6" fmla="*/ 12188952 w 12188952"/>
              <a:gd name="connsiteY6" fmla="*/ 6858000 h 6858000"/>
              <a:gd name="connsiteX7" fmla="*/ 0 w 12188952"/>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88952" h="6858000">
                <a:moveTo>
                  <a:pt x="10025044" y="1464945"/>
                </a:moveTo>
                <a:lnTo>
                  <a:pt x="10025044" y="6219825"/>
                </a:lnTo>
                <a:lnTo>
                  <a:pt x="10253644" y="6219825"/>
                </a:lnTo>
                <a:lnTo>
                  <a:pt x="10253644" y="1464945"/>
                </a:lnTo>
                <a:close/>
                <a:moveTo>
                  <a:pt x="0" y="0"/>
                </a:moveTo>
                <a:lnTo>
                  <a:pt x="12188952" y="0"/>
                </a:lnTo>
                <a:lnTo>
                  <a:pt x="12188952" y="6858000"/>
                </a:lnTo>
                <a:lnTo>
                  <a:pt x="0" y="6858000"/>
                </a:lnTo>
                <a:close/>
              </a:path>
            </a:pathLst>
          </a:custGeom>
          <a:solidFill>
            <a:schemeClr val="accent6">
              <a:lumMod val="20000"/>
              <a:lumOff val="80000"/>
            </a:schemeClr>
          </a:solidFill>
        </p:spPr>
        <p:txBody>
          <a:bodyPr wrap="square">
            <a:noAutofit/>
          </a:bodyPr>
          <a:lstStyle/>
          <a:p>
            <a:r>
              <a:rPr lang="en-US"/>
              <a:t>Click icon to add picture</a:t>
            </a:r>
            <a:endParaRPr lang="en-US" dirty="0"/>
          </a:p>
        </p:txBody>
      </p:sp>
      <p:sp>
        <p:nvSpPr>
          <p:cNvPr id="7" name="Text Placeholder 6">
            <a:extLst>
              <a:ext uri="{FF2B5EF4-FFF2-40B4-BE49-F238E27FC236}">
                <a16:creationId xmlns:a16="http://schemas.microsoft.com/office/drawing/2014/main" id="{27109C03-4D2D-4A2D-AC74-49353ED38B56}"/>
              </a:ext>
            </a:extLst>
          </p:cNvPr>
          <p:cNvSpPr>
            <a:spLocks noGrp="1"/>
          </p:cNvSpPr>
          <p:nvPr>
            <p:ph type="body" sz="quarter" idx="25"/>
          </p:nvPr>
        </p:nvSpPr>
        <p:spPr>
          <a:xfrm>
            <a:off x="0" y="1465263"/>
            <a:ext cx="10026650" cy="4754562"/>
          </a:xfrm>
          <a:solidFill>
            <a:schemeClr val="bg1">
              <a:alpha val="93000"/>
            </a:schemeClr>
          </a:solidFill>
        </p:spPr>
        <p:txBody>
          <a:bodyPr lIns="1005840" tIns="502920">
            <a:noAutofit/>
          </a:bodyPr>
          <a:lstStyle>
            <a:lvl1pPr marL="0" indent="0">
              <a:buNone/>
              <a:defRPr sz="1800" cap="all" baseline="0">
                <a:solidFill>
                  <a:schemeClr val="accent1"/>
                </a:solidFill>
                <a:latin typeface="+mj-lt"/>
              </a:defRPr>
            </a:lvl1pPr>
          </a:lstStyle>
          <a:p>
            <a:pPr lvl="0"/>
            <a:r>
              <a:rPr lang="en-US"/>
              <a:t>Click to edit Master text styles</a:t>
            </a:r>
          </a:p>
        </p:txBody>
      </p:sp>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914400" y="365125"/>
            <a:ext cx="8562475" cy="1325563"/>
          </a:xfrm>
        </p:spPr>
        <p:txBody>
          <a:bodyPr/>
          <a:lstStyle>
            <a:lvl1pPr>
              <a:defRPr>
                <a:solidFill>
                  <a:schemeClr val="bg1"/>
                </a:solidFill>
              </a:defRPr>
            </a:lvl1pPr>
          </a:lstStyle>
          <a:p>
            <a:r>
              <a:rPr lang="en-US" dirty="0"/>
              <a:t>Click to edit title</a:t>
            </a:r>
          </a:p>
        </p:txBody>
      </p:sp>
      <p:sp>
        <p:nvSpPr>
          <p:cNvPr id="4" name="Date Placeholder 3">
            <a:extLst>
              <a:ext uri="{FF2B5EF4-FFF2-40B4-BE49-F238E27FC236}">
                <a16:creationId xmlns:a16="http://schemas.microsoft.com/office/drawing/2014/main" id="{3EDAC16E-5725-4AC1-AB85-871F25D26688}"/>
              </a:ext>
            </a:extLst>
          </p:cNvPr>
          <p:cNvSpPr>
            <a:spLocks noGrp="1"/>
          </p:cNvSpPr>
          <p:nvPr>
            <p:ph type="dt" sz="half" idx="10"/>
          </p:nvPr>
        </p:nvSpPr>
        <p:spPr/>
        <p:txBody>
          <a:bodyPr/>
          <a:lstStyle>
            <a:lvl1pPr>
              <a:defRPr>
                <a:solidFill>
                  <a:schemeClr val="bg1"/>
                </a:solidFill>
              </a:defRPr>
            </a:lvl1pPr>
          </a:lstStyle>
          <a:p>
            <a:r>
              <a:rPr lang="en-US" dirty="0"/>
              <a:t>7/14/20XX</a:t>
            </a:r>
          </a:p>
        </p:txBody>
      </p:sp>
      <p:sp>
        <p:nvSpPr>
          <p:cNvPr id="5" name="Footer Placeholder 4">
            <a:extLst>
              <a:ext uri="{FF2B5EF4-FFF2-40B4-BE49-F238E27FC236}">
                <a16:creationId xmlns:a16="http://schemas.microsoft.com/office/drawing/2014/main" id="{FD10B5D8-71E9-48DC-A04C-559359603CB0}"/>
              </a:ext>
            </a:extLst>
          </p:cNvPr>
          <p:cNvSpPr>
            <a:spLocks noGrp="1"/>
          </p:cNvSpPr>
          <p:nvPr>
            <p:ph type="ftr" sz="quarter" idx="11"/>
          </p:nvPr>
        </p:nvSpPr>
        <p:spPr/>
        <p:txBody>
          <a:bodyPr/>
          <a:lstStyle>
            <a:lvl1pPr>
              <a:defRPr>
                <a:solidFill>
                  <a:schemeClr val="bg1"/>
                </a:solidFill>
              </a:defRPr>
            </a:lvl1pPr>
          </a:lstStyle>
          <a:p>
            <a:r>
              <a:rPr lang="en-US" dirty="0"/>
              <a:t>Pitch deck title</a:t>
            </a:r>
          </a:p>
        </p:txBody>
      </p:sp>
      <p:sp>
        <p:nvSpPr>
          <p:cNvPr id="23" name="Text Placeholder 12">
            <a:extLst>
              <a:ext uri="{FF2B5EF4-FFF2-40B4-BE49-F238E27FC236}">
                <a16:creationId xmlns:a16="http://schemas.microsoft.com/office/drawing/2014/main" id="{9EDE4DA5-D561-434E-9452-95025C316A45}"/>
              </a:ext>
            </a:extLst>
          </p:cNvPr>
          <p:cNvSpPr>
            <a:spLocks noGrp="1"/>
          </p:cNvSpPr>
          <p:nvPr>
            <p:ph type="body" sz="quarter" idx="24" hasCustomPrompt="1"/>
          </p:nvPr>
        </p:nvSpPr>
        <p:spPr>
          <a:xfrm>
            <a:off x="10734040" y="-68580"/>
            <a:ext cx="1737360" cy="6858000"/>
          </a:xfrm>
        </p:spPr>
        <p:txBody>
          <a:bodyPr vert="vert270" anchor="t">
            <a:noAutofit/>
          </a:bodyPr>
          <a:lstStyle>
            <a:lvl1pPr marL="0" indent="0">
              <a:spcBef>
                <a:spcPts val="0"/>
              </a:spcBef>
              <a:buNone/>
              <a:defRPr sz="13000" cap="all" baseline="0">
                <a:solidFill>
                  <a:schemeClr val="bg1">
                    <a:lumMod val="95000"/>
                  </a:schemeClr>
                </a:solidFill>
                <a:latin typeface="Source Sans Pro ExtraLight" panose="020B0303030403020204" pitchFamily="34" charset="0"/>
                <a:ea typeface="Source Sans Pro ExtraLight" panose="020B0303030403020204" pitchFamily="34" charset="0"/>
              </a:defRPr>
            </a:lvl1pPr>
          </a:lstStyle>
          <a:p>
            <a:pPr lvl="0"/>
            <a:r>
              <a:rPr lang="en-US" dirty="0"/>
              <a:t>Problem</a:t>
            </a:r>
          </a:p>
        </p:txBody>
      </p:sp>
      <p:sp>
        <p:nvSpPr>
          <p:cNvPr id="27" name="Rectangle 26">
            <a:extLst>
              <a:ext uri="{FF2B5EF4-FFF2-40B4-BE49-F238E27FC236}">
                <a16:creationId xmlns:a16="http://schemas.microsoft.com/office/drawing/2014/main" id="{3A8936FC-DF00-4C6C-A5FA-13B0BFCC3E58}"/>
              </a:ext>
            </a:extLst>
          </p:cNvPr>
          <p:cNvSpPr/>
          <p:nvPr userDrawn="1"/>
        </p:nvSpPr>
        <p:spPr>
          <a:xfrm>
            <a:off x="10026568" y="1464945"/>
            <a:ext cx="228600" cy="475488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Text Placeholder 13">
            <a:extLst>
              <a:ext uri="{FF2B5EF4-FFF2-40B4-BE49-F238E27FC236}">
                <a16:creationId xmlns:a16="http://schemas.microsoft.com/office/drawing/2014/main" id="{C25BE32D-3FC4-4B1B-808E-E2897BC2F70F}"/>
              </a:ext>
            </a:extLst>
          </p:cNvPr>
          <p:cNvSpPr>
            <a:spLocks noGrp="1"/>
          </p:cNvSpPr>
          <p:nvPr>
            <p:ph type="body" sz="quarter" idx="15" hasCustomPrompt="1"/>
          </p:nvPr>
        </p:nvSpPr>
        <p:spPr>
          <a:xfrm>
            <a:off x="914274" y="2242336"/>
            <a:ext cx="3886200" cy="914400"/>
          </a:xfrm>
        </p:spPr>
        <p:txBody>
          <a:bodyPr>
            <a:normAutofit/>
          </a:bodyPr>
          <a:lstStyle>
            <a:lvl1pPr marL="0" indent="0">
              <a:lnSpc>
                <a:spcPts val="2000"/>
              </a:lnSpc>
              <a:spcBef>
                <a:spcPts val="0"/>
              </a:spcBef>
              <a:buNone/>
              <a:defRPr sz="1400"/>
            </a:lvl1pPr>
            <a:lvl2pPr marL="457200" indent="0">
              <a:buNone/>
              <a:defRPr sz="1600"/>
            </a:lvl2pPr>
            <a:lvl3pPr marL="914400" indent="0">
              <a:buNone/>
              <a:defRPr sz="1600"/>
            </a:lvl3pPr>
            <a:lvl4pPr marL="1371600" indent="0">
              <a:buNone/>
              <a:defRPr sz="1600"/>
            </a:lvl4pPr>
            <a:lvl5pPr marL="1828800" indent="0">
              <a:buNone/>
              <a:defRPr sz="1600"/>
            </a:lvl5pPr>
          </a:lstStyle>
          <a:p>
            <a:pPr lvl="0"/>
            <a:r>
              <a:rPr lang="en-US" dirty="0"/>
              <a:t>Click to edit text</a:t>
            </a:r>
          </a:p>
        </p:txBody>
      </p:sp>
      <p:sp>
        <p:nvSpPr>
          <p:cNvPr id="15" name="Text Placeholder 10">
            <a:extLst>
              <a:ext uri="{FF2B5EF4-FFF2-40B4-BE49-F238E27FC236}">
                <a16:creationId xmlns:a16="http://schemas.microsoft.com/office/drawing/2014/main" id="{413E5A31-C8FF-4B6C-AE00-99F85789634D}"/>
              </a:ext>
            </a:extLst>
          </p:cNvPr>
          <p:cNvSpPr>
            <a:spLocks noGrp="1"/>
          </p:cNvSpPr>
          <p:nvPr>
            <p:ph type="body" sz="quarter" idx="16" hasCustomPrompt="1"/>
          </p:nvPr>
        </p:nvSpPr>
        <p:spPr>
          <a:xfrm>
            <a:off x="914525" y="3218688"/>
            <a:ext cx="3886200" cy="320040"/>
          </a:xfrm>
        </p:spPr>
        <p:txBody>
          <a:bodyPr>
            <a:noAutofit/>
          </a:bodyPr>
          <a:lstStyle>
            <a:lvl1pPr marL="0" indent="0">
              <a:buNone/>
              <a:defRPr sz="1800" cap="all" baseline="0">
                <a:solidFill>
                  <a:schemeClr val="accent1"/>
                </a:solidFill>
                <a:latin typeface="+mj-lt"/>
              </a:defRPr>
            </a:lvl1pPr>
            <a:lvl2pPr marL="457200" indent="0">
              <a:buNone/>
              <a:defRPr sz="2000">
                <a:solidFill>
                  <a:schemeClr val="accent1"/>
                </a:solidFill>
                <a:latin typeface="+mj-lt"/>
              </a:defRPr>
            </a:lvl2pPr>
            <a:lvl3pPr marL="914400" indent="0">
              <a:buNone/>
              <a:defRPr sz="2000">
                <a:solidFill>
                  <a:schemeClr val="accent1"/>
                </a:solidFill>
                <a:latin typeface="+mj-lt"/>
              </a:defRPr>
            </a:lvl3pPr>
            <a:lvl4pPr marL="1371600" indent="0">
              <a:buNone/>
              <a:defRPr sz="2000">
                <a:solidFill>
                  <a:schemeClr val="accent1"/>
                </a:solidFill>
                <a:latin typeface="+mj-lt"/>
              </a:defRPr>
            </a:lvl4pPr>
            <a:lvl5pPr marL="1828800" indent="0">
              <a:buNone/>
              <a:defRPr sz="2000">
                <a:solidFill>
                  <a:schemeClr val="accent1"/>
                </a:solidFill>
                <a:latin typeface="+mj-lt"/>
              </a:defRPr>
            </a:lvl5pPr>
          </a:lstStyle>
          <a:p>
            <a:pPr lvl="0"/>
            <a:r>
              <a:rPr lang="en-US" dirty="0"/>
              <a:t>Click to edit text</a:t>
            </a:r>
          </a:p>
        </p:txBody>
      </p:sp>
      <p:sp>
        <p:nvSpPr>
          <p:cNvPr id="16" name="Text Placeholder 13">
            <a:extLst>
              <a:ext uri="{FF2B5EF4-FFF2-40B4-BE49-F238E27FC236}">
                <a16:creationId xmlns:a16="http://schemas.microsoft.com/office/drawing/2014/main" id="{99346137-3239-4162-9799-29D8E0B44CA8}"/>
              </a:ext>
            </a:extLst>
          </p:cNvPr>
          <p:cNvSpPr>
            <a:spLocks noGrp="1"/>
          </p:cNvSpPr>
          <p:nvPr>
            <p:ph type="body" sz="quarter" idx="17" hasCustomPrompt="1"/>
          </p:nvPr>
        </p:nvSpPr>
        <p:spPr>
          <a:xfrm>
            <a:off x="914399" y="3545967"/>
            <a:ext cx="3886200" cy="914400"/>
          </a:xfrm>
        </p:spPr>
        <p:txBody>
          <a:bodyPr>
            <a:normAutofit/>
          </a:bodyPr>
          <a:lstStyle>
            <a:lvl1pPr marL="0" indent="0">
              <a:lnSpc>
                <a:spcPts val="2000"/>
              </a:lnSpc>
              <a:spcBef>
                <a:spcPts val="0"/>
              </a:spcBef>
              <a:buNone/>
              <a:defRPr sz="1400"/>
            </a:lvl1pPr>
            <a:lvl2pPr marL="457200" indent="0">
              <a:buNone/>
              <a:defRPr sz="1600"/>
            </a:lvl2pPr>
            <a:lvl3pPr marL="914400" indent="0">
              <a:buNone/>
              <a:defRPr sz="1600"/>
            </a:lvl3pPr>
            <a:lvl4pPr marL="1371600" indent="0">
              <a:buNone/>
              <a:defRPr sz="1600"/>
            </a:lvl4pPr>
            <a:lvl5pPr marL="1828800" indent="0">
              <a:buNone/>
              <a:defRPr sz="1600"/>
            </a:lvl5pPr>
          </a:lstStyle>
          <a:p>
            <a:pPr lvl="0"/>
            <a:r>
              <a:rPr lang="en-US" dirty="0"/>
              <a:t>Click to edit text</a:t>
            </a:r>
          </a:p>
        </p:txBody>
      </p:sp>
      <p:sp>
        <p:nvSpPr>
          <p:cNvPr id="17" name="Text Placeholder 10">
            <a:extLst>
              <a:ext uri="{FF2B5EF4-FFF2-40B4-BE49-F238E27FC236}">
                <a16:creationId xmlns:a16="http://schemas.microsoft.com/office/drawing/2014/main" id="{BDD18F8A-C2BE-429D-BB7C-9390EEEE5261}"/>
              </a:ext>
            </a:extLst>
          </p:cNvPr>
          <p:cNvSpPr>
            <a:spLocks noGrp="1"/>
          </p:cNvSpPr>
          <p:nvPr>
            <p:ph type="body" sz="quarter" idx="18" hasCustomPrompt="1"/>
          </p:nvPr>
        </p:nvSpPr>
        <p:spPr>
          <a:xfrm>
            <a:off x="5590801" y="1916113"/>
            <a:ext cx="3886200" cy="320040"/>
          </a:xfrm>
        </p:spPr>
        <p:txBody>
          <a:bodyPr>
            <a:noAutofit/>
          </a:bodyPr>
          <a:lstStyle>
            <a:lvl1pPr marL="0" indent="0">
              <a:buNone/>
              <a:defRPr sz="1800" cap="all" baseline="0">
                <a:solidFill>
                  <a:schemeClr val="accent1"/>
                </a:solidFill>
                <a:latin typeface="+mj-lt"/>
              </a:defRPr>
            </a:lvl1pPr>
            <a:lvl2pPr marL="457200" indent="0">
              <a:buNone/>
              <a:defRPr sz="2000">
                <a:solidFill>
                  <a:schemeClr val="accent1"/>
                </a:solidFill>
                <a:latin typeface="+mj-lt"/>
              </a:defRPr>
            </a:lvl2pPr>
            <a:lvl3pPr marL="914400" indent="0">
              <a:buNone/>
              <a:defRPr sz="2000">
                <a:solidFill>
                  <a:schemeClr val="accent1"/>
                </a:solidFill>
                <a:latin typeface="+mj-lt"/>
              </a:defRPr>
            </a:lvl3pPr>
            <a:lvl4pPr marL="1371600" indent="0">
              <a:buNone/>
              <a:defRPr sz="2000">
                <a:solidFill>
                  <a:schemeClr val="accent1"/>
                </a:solidFill>
                <a:latin typeface="+mj-lt"/>
              </a:defRPr>
            </a:lvl4pPr>
            <a:lvl5pPr marL="1828800" indent="0">
              <a:buNone/>
              <a:defRPr sz="2000">
                <a:solidFill>
                  <a:schemeClr val="accent1"/>
                </a:solidFill>
                <a:latin typeface="+mj-lt"/>
              </a:defRPr>
            </a:lvl5pPr>
          </a:lstStyle>
          <a:p>
            <a:pPr lvl="0"/>
            <a:r>
              <a:rPr lang="en-US" dirty="0"/>
              <a:t>Click to edit text</a:t>
            </a:r>
          </a:p>
        </p:txBody>
      </p:sp>
      <p:sp>
        <p:nvSpPr>
          <p:cNvPr id="18" name="Text Placeholder 13">
            <a:extLst>
              <a:ext uri="{FF2B5EF4-FFF2-40B4-BE49-F238E27FC236}">
                <a16:creationId xmlns:a16="http://schemas.microsoft.com/office/drawing/2014/main" id="{AFDC9EA4-0AAA-467C-9B89-6966F6E4BB03}"/>
              </a:ext>
            </a:extLst>
          </p:cNvPr>
          <p:cNvSpPr>
            <a:spLocks noGrp="1"/>
          </p:cNvSpPr>
          <p:nvPr>
            <p:ph type="body" sz="quarter" idx="19" hasCustomPrompt="1"/>
          </p:nvPr>
        </p:nvSpPr>
        <p:spPr>
          <a:xfrm>
            <a:off x="5590675" y="2242336"/>
            <a:ext cx="3886200" cy="914400"/>
          </a:xfrm>
        </p:spPr>
        <p:txBody>
          <a:bodyPr>
            <a:normAutofit/>
          </a:bodyPr>
          <a:lstStyle>
            <a:lvl1pPr marL="0" indent="0">
              <a:lnSpc>
                <a:spcPts val="2000"/>
              </a:lnSpc>
              <a:spcBef>
                <a:spcPts val="0"/>
              </a:spcBef>
              <a:buNone/>
              <a:defRPr sz="1400"/>
            </a:lvl1pPr>
            <a:lvl2pPr marL="457200" indent="0">
              <a:buNone/>
              <a:defRPr sz="1600"/>
            </a:lvl2pPr>
            <a:lvl3pPr marL="914400" indent="0">
              <a:buNone/>
              <a:defRPr sz="1600"/>
            </a:lvl3pPr>
            <a:lvl4pPr marL="1371600" indent="0">
              <a:buNone/>
              <a:defRPr sz="1600"/>
            </a:lvl4pPr>
            <a:lvl5pPr marL="1828800" indent="0">
              <a:buNone/>
              <a:defRPr sz="1600"/>
            </a:lvl5pPr>
          </a:lstStyle>
          <a:p>
            <a:pPr lvl="0"/>
            <a:r>
              <a:rPr lang="en-US" dirty="0"/>
              <a:t>Click to edit text</a:t>
            </a:r>
          </a:p>
        </p:txBody>
      </p:sp>
      <p:sp>
        <p:nvSpPr>
          <p:cNvPr id="19" name="Text Placeholder 10">
            <a:extLst>
              <a:ext uri="{FF2B5EF4-FFF2-40B4-BE49-F238E27FC236}">
                <a16:creationId xmlns:a16="http://schemas.microsoft.com/office/drawing/2014/main" id="{31ECD896-8F8E-404E-BBAD-FBFCBBE3DFEF}"/>
              </a:ext>
            </a:extLst>
          </p:cNvPr>
          <p:cNvSpPr>
            <a:spLocks noGrp="1"/>
          </p:cNvSpPr>
          <p:nvPr>
            <p:ph type="body" sz="quarter" idx="20" hasCustomPrompt="1"/>
          </p:nvPr>
        </p:nvSpPr>
        <p:spPr>
          <a:xfrm>
            <a:off x="5590801" y="3218688"/>
            <a:ext cx="3886200" cy="320040"/>
          </a:xfrm>
        </p:spPr>
        <p:txBody>
          <a:bodyPr>
            <a:noAutofit/>
          </a:bodyPr>
          <a:lstStyle>
            <a:lvl1pPr marL="0" indent="0">
              <a:buNone/>
              <a:defRPr sz="1800" cap="all" baseline="0">
                <a:solidFill>
                  <a:schemeClr val="accent1"/>
                </a:solidFill>
                <a:latin typeface="+mj-lt"/>
              </a:defRPr>
            </a:lvl1pPr>
            <a:lvl2pPr marL="457200" indent="0">
              <a:buNone/>
              <a:defRPr sz="2000">
                <a:solidFill>
                  <a:schemeClr val="accent1"/>
                </a:solidFill>
                <a:latin typeface="+mj-lt"/>
              </a:defRPr>
            </a:lvl2pPr>
            <a:lvl3pPr marL="914400" indent="0">
              <a:buNone/>
              <a:defRPr sz="2000">
                <a:solidFill>
                  <a:schemeClr val="accent1"/>
                </a:solidFill>
                <a:latin typeface="+mj-lt"/>
              </a:defRPr>
            </a:lvl3pPr>
            <a:lvl4pPr marL="1371600" indent="0">
              <a:buNone/>
              <a:defRPr sz="2000">
                <a:solidFill>
                  <a:schemeClr val="accent1"/>
                </a:solidFill>
                <a:latin typeface="+mj-lt"/>
              </a:defRPr>
            </a:lvl4pPr>
            <a:lvl5pPr marL="1828800" indent="0">
              <a:buNone/>
              <a:defRPr sz="2000">
                <a:solidFill>
                  <a:schemeClr val="accent1"/>
                </a:solidFill>
                <a:latin typeface="+mj-lt"/>
              </a:defRPr>
            </a:lvl5pPr>
          </a:lstStyle>
          <a:p>
            <a:pPr lvl="0"/>
            <a:r>
              <a:rPr lang="en-US" dirty="0"/>
              <a:t>Click to edit text</a:t>
            </a:r>
          </a:p>
        </p:txBody>
      </p:sp>
      <p:sp>
        <p:nvSpPr>
          <p:cNvPr id="20" name="Text Placeholder 13">
            <a:extLst>
              <a:ext uri="{FF2B5EF4-FFF2-40B4-BE49-F238E27FC236}">
                <a16:creationId xmlns:a16="http://schemas.microsoft.com/office/drawing/2014/main" id="{6BEE435C-8719-41E1-838A-87FB6B0BA23C}"/>
              </a:ext>
            </a:extLst>
          </p:cNvPr>
          <p:cNvSpPr>
            <a:spLocks noGrp="1"/>
          </p:cNvSpPr>
          <p:nvPr>
            <p:ph type="body" sz="quarter" idx="21" hasCustomPrompt="1"/>
          </p:nvPr>
        </p:nvSpPr>
        <p:spPr>
          <a:xfrm>
            <a:off x="5590675" y="3545967"/>
            <a:ext cx="3886200" cy="914400"/>
          </a:xfrm>
        </p:spPr>
        <p:txBody>
          <a:bodyPr>
            <a:normAutofit/>
          </a:bodyPr>
          <a:lstStyle>
            <a:lvl1pPr marL="0" indent="0">
              <a:lnSpc>
                <a:spcPts val="2000"/>
              </a:lnSpc>
              <a:spcBef>
                <a:spcPts val="0"/>
              </a:spcBef>
              <a:buNone/>
              <a:defRPr sz="1400"/>
            </a:lvl1pPr>
            <a:lvl2pPr marL="457200" indent="0">
              <a:buNone/>
              <a:defRPr sz="1600"/>
            </a:lvl2pPr>
            <a:lvl3pPr marL="914400" indent="0">
              <a:buNone/>
              <a:defRPr sz="1600"/>
            </a:lvl3pPr>
            <a:lvl4pPr marL="1371600" indent="0">
              <a:buNone/>
              <a:defRPr sz="1600"/>
            </a:lvl4pPr>
            <a:lvl5pPr marL="1828800" indent="0">
              <a:buNone/>
              <a:defRPr sz="1600"/>
            </a:lvl5pPr>
          </a:lstStyle>
          <a:p>
            <a:pPr lvl="0"/>
            <a:r>
              <a:rPr lang="en-US" dirty="0"/>
              <a:t>Click to edit text</a:t>
            </a:r>
          </a:p>
        </p:txBody>
      </p:sp>
      <p:sp>
        <p:nvSpPr>
          <p:cNvPr id="21" name="Text Placeholder 10">
            <a:extLst>
              <a:ext uri="{FF2B5EF4-FFF2-40B4-BE49-F238E27FC236}">
                <a16:creationId xmlns:a16="http://schemas.microsoft.com/office/drawing/2014/main" id="{9DAC0554-380F-4627-9E3C-FCDA9EE3B9E8}"/>
              </a:ext>
            </a:extLst>
          </p:cNvPr>
          <p:cNvSpPr>
            <a:spLocks noGrp="1"/>
          </p:cNvSpPr>
          <p:nvPr>
            <p:ph type="body" sz="quarter" idx="22" hasCustomPrompt="1"/>
          </p:nvPr>
        </p:nvSpPr>
        <p:spPr>
          <a:xfrm>
            <a:off x="914525" y="4709160"/>
            <a:ext cx="3886200" cy="320040"/>
          </a:xfrm>
        </p:spPr>
        <p:txBody>
          <a:bodyPr>
            <a:noAutofit/>
          </a:bodyPr>
          <a:lstStyle>
            <a:lvl1pPr marL="0" indent="0">
              <a:buNone/>
              <a:defRPr sz="1800" cap="all" baseline="0">
                <a:solidFill>
                  <a:schemeClr val="accent1"/>
                </a:solidFill>
                <a:latin typeface="+mj-lt"/>
              </a:defRPr>
            </a:lvl1pPr>
            <a:lvl2pPr marL="457200" indent="0">
              <a:buNone/>
              <a:defRPr sz="2000">
                <a:solidFill>
                  <a:schemeClr val="accent1"/>
                </a:solidFill>
                <a:latin typeface="+mj-lt"/>
              </a:defRPr>
            </a:lvl2pPr>
            <a:lvl3pPr marL="914400" indent="0">
              <a:buNone/>
              <a:defRPr sz="2000">
                <a:solidFill>
                  <a:schemeClr val="accent1"/>
                </a:solidFill>
                <a:latin typeface="+mj-lt"/>
              </a:defRPr>
            </a:lvl3pPr>
            <a:lvl4pPr marL="1371600" indent="0">
              <a:buNone/>
              <a:defRPr sz="2000">
                <a:solidFill>
                  <a:schemeClr val="accent1"/>
                </a:solidFill>
                <a:latin typeface="+mj-lt"/>
              </a:defRPr>
            </a:lvl4pPr>
            <a:lvl5pPr marL="1828800" indent="0">
              <a:buNone/>
              <a:defRPr sz="2000">
                <a:solidFill>
                  <a:schemeClr val="accent1"/>
                </a:solidFill>
                <a:latin typeface="+mj-lt"/>
              </a:defRPr>
            </a:lvl5pPr>
          </a:lstStyle>
          <a:p>
            <a:pPr lvl="0"/>
            <a:r>
              <a:rPr lang="en-US" dirty="0"/>
              <a:t>Click to edit text</a:t>
            </a:r>
          </a:p>
        </p:txBody>
      </p:sp>
      <p:sp>
        <p:nvSpPr>
          <p:cNvPr id="22" name="Text Placeholder 13">
            <a:extLst>
              <a:ext uri="{FF2B5EF4-FFF2-40B4-BE49-F238E27FC236}">
                <a16:creationId xmlns:a16="http://schemas.microsoft.com/office/drawing/2014/main" id="{32C9479E-1665-465C-9B07-8AC7E3F4B630}"/>
              </a:ext>
            </a:extLst>
          </p:cNvPr>
          <p:cNvSpPr>
            <a:spLocks noGrp="1"/>
          </p:cNvSpPr>
          <p:nvPr>
            <p:ph type="body" sz="quarter" idx="23" hasCustomPrompt="1"/>
          </p:nvPr>
        </p:nvSpPr>
        <p:spPr>
          <a:xfrm>
            <a:off x="914399" y="5036439"/>
            <a:ext cx="3886200" cy="737604"/>
          </a:xfrm>
        </p:spPr>
        <p:txBody>
          <a:bodyPr>
            <a:normAutofit/>
          </a:bodyPr>
          <a:lstStyle>
            <a:lvl1pPr marL="0" indent="0">
              <a:lnSpc>
                <a:spcPts val="2000"/>
              </a:lnSpc>
              <a:spcBef>
                <a:spcPts val="0"/>
              </a:spcBef>
              <a:buNone/>
              <a:defRPr sz="1400"/>
            </a:lvl1pPr>
            <a:lvl2pPr marL="457200" indent="0">
              <a:buNone/>
              <a:defRPr sz="1600"/>
            </a:lvl2pPr>
            <a:lvl3pPr marL="914400" indent="0">
              <a:buNone/>
              <a:defRPr sz="1600"/>
            </a:lvl3pPr>
            <a:lvl4pPr marL="1371600" indent="0">
              <a:buNone/>
              <a:defRPr sz="1600"/>
            </a:lvl4pPr>
            <a:lvl5pPr marL="1828800" indent="0">
              <a:buNone/>
              <a:defRPr sz="1600"/>
            </a:lvl5pPr>
          </a:lstStyle>
          <a:p>
            <a:pPr lvl="0"/>
            <a:r>
              <a:rPr lang="en-US" dirty="0"/>
              <a:t>Click to edit text</a:t>
            </a:r>
          </a:p>
        </p:txBody>
      </p:sp>
    </p:spTree>
    <p:extLst>
      <p:ext uri="{BB962C8B-B14F-4D97-AF65-F5344CB8AC3E}">
        <p14:creationId xmlns:p14="http://schemas.microsoft.com/office/powerpoint/2010/main" val="28836161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olution">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FF067F4C-584F-4D26-A9F4-7E8E3F096140}"/>
              </a:ext>
              <a:ext uri="{C183D7F6-B498-43B3-948B-1728B52AA6E4}">
                <adec:decorative xmlns:adec="http://schemas.microsoft.com/office/drawing/2017/decorative" val="1"/>
              </a:ext>
            </a:extLst>
          </p:cNvPr>
          <p:cNvSpPr/>
          <p:nvPr userDrawn="1"/>
        </p:nvSpPr>
        <p:spPr>
          <a:xfrm>
            <a:off x="4159926" y="1569034"/>
            <a:ext cx="7193874" cy="2286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Picture Placeholder 10">
            <a:extLst>
              <a:ext uri="{FF2B5EF4-FFF2-40B4-BE49-F238E27FC236}">
                <a16:creationId xmlns:a16="http://schemas.microsoft.com/office/drawing/2014/main" id="{6C968367-11F9-40B5-B54F-1555B837CABC}"/>
              </a:ext>
            </a:extLst>
          </p:cNvPr>
          <p:cNvSpPr>
            <a:spLocks noGrp="1"/>
          </p:cNvSpPr>
          <p:nvPr>
            <p:ph type="pic" sz="quarter" idx="13"/>
          </p:nvPr>
        </p:nvSpPr>
        <p:spPr>
          <a:xfrm>
            <a:off x="933630" y="548640"/>
            <a:ext cx="4389120" cy="5760720"/>
          </a:xfrm>
          <a:solidFill>
            <a:schemeClr val="accent6">
              <a:lumMod val="20000"/>
              <a:lumOff val="80000"/>
            </a:schemeClr>
          </a:solidFill>
        </p:spPr>
        <p:txBody>
          <a:bodyPr/>
          <a:lstStyle/>
          <a:p>
            <a:r>
              <a:rPr lang="en-US"/>
              <a:t>Click icon to add picture</a:t>
            </a:r>
            <a:endParaRPr lang="en-US" dirty="0"/>
          </a:p>
        </p:txBody>
      </p:sp>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6155363" y="365125"/>
            <a:ext cx="5103007" cy="1325563"/>
          </a:xfrm>
        </p:spPr>
        <p:txBody>
          <a:bodyPr/>
          <a:lstStyle>
            <a:lvl1pPr>
              <a:defRPr>
                <a:solidFill>
                  <a:schemeClr val="tx1"/>
                </a:solidFill>
              </a:defRPr>
            </a:lvl1pPr>
          </a:lstStyle>
          <a:p>
            <a:r>
              <a:rPr lang="en-US" dirty="0"/>
              <a:t>CLICK TO EDIT TITLE</a:t>
            </a:r>
          </a:p>
        </p:txBody>
      </p:sp>
      <p:sp>
        <p:nvSpPr>
          <p:cNvPr id="4" name="Date Placeholder 3">
            <a:extLst>
              <a:ext uri="{FF2B5EF4-FFF2-40B4-BE49-F238E27FC236}">
                <a16:creationId xmlns:a16="http://schemas.microsoft.com/office/drawing/2014/main" id="{3EDAC16E-5725-4AC1-AB85-871F25D26688}"/>
              </a:ext>
            </a:extLst>
          </p:cNvPr>
          <p:cNvSpPr>
            <a:spLocks noGrp="1"/>
          </p:cNvSpPr>
          <p:nvPr>
            <p:ph type="dt" sz="half" idx="10"/>
          </p:nvPr>
        </p:nvSpPr>
        <p:spPr/>
        <p:txBody>
          <a:bodyPr/>
          <a:lstStyle>
            <a:lvl1pPr>
              <a:defRPr>
                <a:solidFill>
                  <a:schemeClr val="tx1">
                    <a:lumMod val="65000"/>
                    <a:lumOff val="35000"/>
                  </a:schemeClr>
                </a:solidFill>
              </a:defRPr>
            </a:lvl1pPr>
          </a:lstStyle>
          <a:p>
            <a:r>
              <a:rPr lang="en-US" dirty="0"/>
              <a:t>7/14/20XX</a:t>
            </a:r>
          </a:p>
        </p:txBody>
      </p:sp>
      <p:sp>
        <p:nvSpPr>
          <p:cNvPr id="5" name="Footer Placeholder 4">
            <a:extLst>
              <a:ext uri="{FF2B5EF4-FFF2-40B4-BE49-F238E27FC236}">
                <a16:creationId xmlns:a16="http://schemas.microsoft.com/office/drawing/2014/main" id="{FD10B5D8-71E9-48DC-A04C-559359603CB0}"/>
              </a:ext>
            </a:extLst>
          </p:cNvPr>
          <p:cNvSpPr>
            <a:spLocks noGrp="1"/>
          </p:cNvSpPr>
          <p:nvPr>
            <p:ph type="ftr" sz="quarter" idx="11"/>
          </p:nvPr>
        </p:nvSpPr>
        <p:spPr/>
        <p:txBody>
          <a:bodyPr/>
          <a:lstStyle>
            <a:lvl1pPr>
              <a:defRPr>
                <a:solidFill>
                  <a:schemeClr val="tx1">
                    <a:lumMod val="65000"/>
                    <a:lumOff val="35000"/>
                  </a:schemeClr>
                </a:solidFill>
              </a:defRPr>
            </a:lvl1pPr>
          </a:lstStyle>
          <a:p>
            <a:r>
              <a:rPr lang="en-US" dirty="0"/>
              <a:t>Pitch deck title</a:t>
            </a:r>
          </a:p>
        </p:txBody>
      </p:sp>
      <p:sp>
        <p:nvSpPr>
          <p:cNvPr id="6" name="Slide Number Placeholder 5">
            <a:extLst>
              <a:ext uri="{FF2B5EF4-FFF2-40B4-BE49-F238E27FC236}">
                <a16:creationId xmlns:a16="http://schemas.microsoft.com/office/drawing/2014/main" id="{A0FDD81F-9379-48E6-9B14-83486F920A39}"/>
              </a:ext>
            </a:extLst>
          </p:cNvPr>
          <p:cNvSpPr>
            <a:spLocks noGrp="1"/>
          </p:cNvSpPr>
          <p:nvPr>
            <p:ph type="sldNum" sz="quarter" idx="12"/>
          </p:nvPr>
        </p:nvSpPr>
        <p:spPr/>
        <p:txBody>
          <a:bodyPr/>
          <a:lstStyle>
            <a:lvl1pPr>
              <a:defRPr>
                <a:solidFill>
                  <a:schemeClr val="tx1">
                    <a:lumMod val="65000"/>
                    <a:lumOff val="35000"/>
                  </a:schemeClr>
                </a:solidFill>
              </a:defRPr>
            </a:lvl1pPr>
          </a:lstStyle>
          <a:p>
            <a:fld id="{B5CEABB6-07DC-46E8-9B57-56EC44A396E5}" type="slidenum">
              <a:rPr lang="en-US" smtClean="0"/>
              <a:pPr/>
              <a:t>‹#›</a:t>
            </a:fld>
            <a:endParaRPr lang="en-US" dirty="0"/>
          </a:p>
        </p:txBody>
      </p:sp>
      <p:sp>
        <p:nvSpPr>
          <p:cNvPr id="11" name="Text Placeholder 10">
            <a:extLst>
              <a:ext uri="{FF2B5EF4-FFF2-40B4-BE49-F238E27FC236}">
                <a16:creationId xmlns:a16="http://schemas.microsoft.com/office/drawing/2014/main" id="{78C38614-0243-4ABA-A367-8875F339D658}"/>
              </a:ext>
            </a:extLst>
          </p:cNvPr>
          <p:cNvSpPr>
            <a:spLocks noGrp="1"/>
          </p:cNvSpPr>
          <p:nvPr>
            <p:ph type="body" sz="quarter" idx="14" hasCustomPrompt="1"/>
          </p:nvPr>
        </p:nvSpPr>
        <p:spPr>
          <a:xfrm>
            <a:off x="6153182" y="2093976"/>
            <a:ext cx="5120640" cy="320040"/>
          </a:xfrm>
        </p:spPr>
        <p:txBody>
          <a:bodyPr>
            <a:noAutofit/>
          </a:bodyPr>
          <a:lstStyle>
            <a:lvl1pPr marL="0" indent="0">
              <a:buNone/>
              <a:defRPr sz="1800" cap="all" baseline="0">
                <a:solidFill>
                  <a:schemeClr val="accent1"/>
                </a:solidFill>
                <a:latin typeface="+mj-lt"/>
              </a:defRPr>
            </a:lvl1pPr>
            <a:lvl2pPr marL="457200" indent="0">
              <a:buNone/>
              <a:defRPr sz="2000">
                <a:solidFill>
                  <a:schemeClr val="accent1"/>
                </a:solidFill>
                <a:latin typeface="+mj-lt"/>
              </a:defRPr>
            </a:lvl2pPr>
            <a:lvl3pPr marL="914400" indent="0">
              <a:buNone/>
              <a:defRPr sz="2000">
                <a:solidFill>
                  <a:schemeClr val="accent1"/>
                </a:solidFill>
                <a:latin typeface="+mj-lt"/>
              </a:defRPr>
            </a:lvl3pPr>
            <a:lvl4pPr marL="1371600" indent="0">
              <a:buNone/>
              <a:defRPr sz="2000">
                <a:solidFill>
                  <a:schemeClr val="accent1"/>
                </a:solidFill>
                <a:latin typeface="+mj-lt"/>
              </a:defRPr>
            </a:lvl4pPr>
            <a:lvl5pPr marL="1828800" indent="0">
              <a:buNone/>
              <a:defRPr sz="2000">
                <a:solidFill>
                  <a:schemeClr val="accent1"/>
                </a:solidFill>
                <a:latin typeface="+mj-lt"/>
              </a:defRPr>
            </a:lvl5pPr>
          </a:lstStyle>
          <a:p>
            <a:pPr lvl="0"/>
            <a:r>
              <a:rPr lang="en-US" dirty="0"/>
              <a:t>CLICK TO EDIT TEXT</a:t>
            </a:r>
          </a:p>
        </p:txBody>
      </p:sp>
      <p:sp>
        <p:nvSpPr>
          <p:cNvPr id="14" name="Text Placeholder 13">
            <a:extLst>
              <a:ext uri="{FF2B5EF4-FFF2-40B4-BE49-F238E27FC236}">
                <a16:creationId xmlns:a16="http://schemas.microsoft.com/office/drawing/2014/main" id="{C25BE32D-3FC4-4B1B-808E-E2897BC2F70F}"/>
              </a:ext>
            </a:extLst>
          </p:cNvPr>
          <p:cNvSpPr>
            <a:spLocks noGrp="1"/>
          </p:cNvSpPr>
          <p:nvPr>
            <p:ph type="body" sz="quarter" idx="15" hasCustomPrompt="1"/>
          </p:nvPr>
        </p:nvSpPr>
        <p:spPr>
          <a:xfrm>
            <a:off x="6153056" y="2422684"/>
            <a:ext cx="5120640" cy="640080"/>
          </a:xfrm>
        </p:spPr>
        <p:txBody>
          <a:bodyPr>
            <a:normAutofit/>
          </a:bodyPr>
          <a:lstStyle>
            <a:lvl1pPr marL="0" indent="0">
              <a:lnSpc>
                <a:spcPts val="2000"/>
              </a:lnSpc>
              <a:spcBef>
                <a:spcPts val="0"/>
              </a:spcBef>
              <a:buNone/>
              <a:defRPr sz="1400">
                <a:solidFill>
                  <a:schemeClr val="tx1"/>
                </a:solidFill>
              </a:defRPr>
            </a:lvl1pPr>
            <a:lvl2pPr marL="457200" indent="0">
              <a:buNone/>
              <a:defRPr sz="1600"/>
            </a:lvl2pPr>
            <a:lvl3pPr marL="914400" indent="0">
              <a:buNone/>
              <a:defRPr sz="1600"/>
            </a:lvl3pPr>
            <a:lvl4pPr marL="1371600" indent="0">
              <a:buNone/>
              <a:defRPr sz="1600"/>
            </a:lvl4pPr>
            <a:lvl5pPr marL="1828800" indent="0">
              <a:buNone/>
              <a:defRPr sz="1600"/>
            </a:lvl5pPr>
          </a:lstStyle>
          <a:p>
            <a:pPr lvl="0"/>
            <a:r>
              <a:rPr lang="en-US" dirty="0"/>
              <a:t>Click to edit text</a:t>
            </a:r>
          </a:p>
        </p:txBody>
      </p:sp>
      <p:sp>
        <p:nvSpPr>
          <p:cNvPr id="15" name="Text Placeholder 10">
            <a:extLst>
              <a:ext uri="{FF2B5EF4-FFF2-40B4-BE49-F238E27FC236}">
                <a16:creationId xmlns:a16="http://schemas.microsoft.com/office/drawing/2014/main" id="{413E5A31-C8FF-4B6C-AE00-99F85789634D}"/>
              </a:ext>
            </a:extLst>
          </p:cNvPr>
          <p:cNvSpPr>
            <a:spLocks noGrp="1"/>
          </p:cNvSpPr>
          <p:nvPr>
            <p:ph type="body" sz="quarter" idx="16" hasCustomPrompt="1"/>
          </p:nvPr>
        </p:nvSpPr>
        <p:spPr>
          <a:xfrm>
            <a:off x="6153307" y="3227832"/>
            <a:ext cx="5120640" cy="320040"/>
          </a:xfrm>
        </p:spPr>
        <p:txBody>
          <a:bodyPr>
            <a:noAutofit/>
          </a:bodyPr>
          <a:lstStyle>
            <a:lvl1pPr marL="0" indent="0">
              <a:buNone/>
              <a:defRPr sz="1800" cap="all" baseline="0">
                <a:solidFill>
                  <a:schemeClr val="accent1"/>
                </a:solidFill>
                <a:latin typeface="+mj-lt"/>
              </a:defRPr>
            </a:lvl1pPr>
            <a:lvl2pPr marL="457200" indent="0">
              <a:buNone/>
              <a:defRPr sz="2000">
                <a:solidFill>
                  <a:schemeClr val="accent1"/>
                </a:solidFill>
                <a:latin typeface="+mj-lt"/>
              </a:defRPr>
            </a:lvl2pPr>
            <a:lvl3pPr marL="914400" indent="0">
              <a:buNone/>
              <a:defRPr sz="2000">
                <a:solidFill>
                  <a:schemeClr val="accent1"/>
                </a:solidFill>
                <a:latin typeface="+mj-lt"/>
              </a:defRPr>
            </a:lvl3pPr>
            <a:lvl4pPr marL="1371600" indent="0">
              <a:buNone/>
              <a:defRPr sz="2000">
                <a:solidFill>
                  <a:schemeClr val="accent1"/>
                </a:solidFill>
                <a:latin typeface="+mj-lt"/>
              </a:defRPr>
            </a:lvl4pPr>
            <a:lvl5pPr marL="1828800" indent="0">
              <a:buNone/>
              <a:defRPr sz="2000">
                <a:solidFill>
                  <a:schemeClr val="accent1"/>
                </a:solidFill>
                <a:latin typeface="+mj-lt"/>
              </a:defRPr>
            </a:lvl5pPr>
          </a:lstStyle>
          <a:p>
            <a:pPr lvl="0"/>
            <a:r>
              <a:rPr lang="en-US" dirty="0"/>
              <a:t>CLICK TO EDIT TEXT</a:t>
            </a:r>
          </a:p>
        </p:txBody>
      </p:sp>
      <p:sp>
        <p:nvSpPr>
          <p:cNvPr id="16" name="Text Placeholder 13">
            <a:extLst>
              <a:ext uri="{FF2B5EF4-FFF2-40B4-BE49-F238E27FC236}">
                <a16:creationId xmlns:a16="http://schemas.microsoft.com/office/drawing/2014/main" id="{99346137-3239-4162-9799-29D8E0B44CA8}"/>
              </a:ext>
            </a:extLst>
          </p:cNvPr>
          <p:cNvSpPr>
            <a:spLocks noGrp="1"/>
          </p:cNvSpPr>
          <p:nvPr>
            <p:ph type="body" sz="quarter" idx="17" hasCustomPrompt="1"/>
          </p:nvPr>
        </p:nvSpPr>
        <p:spPr>
          <a:xfrm>
            <a:off x="6153181" y="3559290"/>
            <a:ext cx="5120640" cy="457200"/>
          </a:xfrm>
        </p:spPr>
        <p:txBody>
          <a:bodyPr>
            <a:normAutofit/>
          </a:bodyPr>
          <a:lstStyle>
            <a:lvl1pPr marL="0" indent="0">
              <a:lnSpc>
                <a:spcPts val="2000"/>
              </a:lnSpc>
              <a:spcBef>
                <a:spcPts val="0"/>
              </a:spcBef>
              <a:buNone/>
              <a:defRPr sz="1400">
                <a:solidFill>
                  <a:schemeClr val="tx1"/>
                </a:solidFill>
              </a:defRPr>
            </a:lvl1pPr>
            <a:lvl2pPr marL="457200" indent="0">
              <a:buNone/>
              <a:defRPr sz="1600"/>
            </a:lvl2pPr>
            <a:lvl3pPr marL="914400" indent="0">
              <a:buNone/>
              <a:defRPr sz="1600"/>
            </a:lvl3pPr>
            <a:lvl4pPr marL="1371600" indent="0">
              <a:buNone/>
              <a:defRPr sz="1600"/>
            </a:lvl4pPr>
            <a:lvl5pPr marL="1828800" indent="0">
              <a:buNone/>
              <a:defRPr sz="1600"/>
            </a:lvl5pPr>
          </a:lstStyle>
          <a:p>
            <a:pPr lvl="0"/>
            <a:r>
              <a:rPr lang="en-US" dirty="0"/>
              <a:t>Click to edit text</a:t>
            </a:r>
          </a:p>
        </p:txBody>
      </p:sp>
      <p:sp>
        <p:nvSpPr>
          <p:cNvPr id="21" name="Text Placeholder 10">
            <a:extLst>
              <a:ext uri="{FF2B5EF4-FFF2-40B4-BE49-F238E27FC236}">
                <a16:creationId xmlns:a16="http://schemas.microsoft.com/office/drawing/2014/main" id="{005E970C-F216-4C13-B637-2CD29EB1F737}"/>
              </a:ext>
            </a:extLst>
          </p:cNvPr>
          <p:cNvSpPr>
            <a:spLocks noGrp="1"/>
          </p:cNvSpPr>
          <p:nvPr>
            <p:ph type="body" sz="quarter" idx="18" hasCustomPrompt="1"/>
          </p:nvPr>
        </p:nvSpPr>
        <p:spPr>
          <a:xfrm>
            <a:off x="6149167" y="4059936"/>
            <a:ext cx="5120640" cy="320040"/>
          </a:xfrm>
        </p:spPr>
        <p:txBody>
          <a:bodyPr>
            <a:noAutofit/>
          </a:bodyPr>
          <a:lstStyle>
            <a:lvl1pPr marL="0" indent="0">
              <a:buNone/>
              <a:defRPr sz="1800" cap="all" baseline="0">
                <a:solidFill>
                  <a:schemeClr val="accent1"/>
                </a:solidFill>
                <a:latin typeface="+mj-lt"/>
              </a:defRPr>
            </a:lvl1pPr>
            <a:lvl2pPr marL="457200" indent="0">
              <a:buNone/>
              <a:defRPr sz="2000">
                <a:solidFill>
                  <a:schemeClr val="accent1"/>
                </a:solidFill>
                <a:latin typeface="+mj-lt"/>
              </a:defRPr>
            </a:lvl2pPr>
            <a:lvl3pPr marL="914400" indent="0">
              <a:buNone/>
              <a:defRPr sz="2000">
                <a:solidFill>
                  <a:schemeClr val="accent1"/>
                </a:solidFill>
                <a:latin typeface="+mj-lt"/>
              </a:defRPr>
            </a:lvl3pPr>
            <a:lvl4pPr marL="1371600" indent="0">
              <a:buNone/>
              <a:defRPr sz="2000">
                <a:solidFill>
                  <a:schemeClr val="accent1"/>
                </a:solidFill>
                <a:latin typeface="+mj-lt"/>
              </a:defRPr>
            </a:lvl4pPr>
            <a:lvl5pPr marL="1828800" indent="0">
              <a:buNone/>
              <a:defRPr sz="2000">
                <a:solidFill>
                  <a:schemeClr val="accent1"/>
                </a:solidFill>
                <a:latin typeface="+mj-lt"/>
              </a:defRPr>
            </a:lvl5pPr>
          </a:lstStyle>
          <a:p>
            <a:pPr lvl="0"/>
            <a:r>
              <a:rPr lang="en-US" dirty="0"/>
              <a:t>CLICK TO EDIT TEXT</a:t>
            </a:r>
          </a:p>
        </p:txBody>
      </p:sp>
      <p:sp>
        <p:nvSpPr>
          <p:cNvPr id="22" name="Text Placeholder 13">
            <a:extLst>
              <a:ext uri="{FF2B5EF4-FFF2-40B4-BE49-F238E27FC236}">
                <a16:creationId xmlns:a16="http://schemas.microsoft.com/office/drawing/2014/main" id="{FD54B08D-52AA-478D-9A22-40F57CEFF5E6}"/>
              </a:ext>
            </a:extLst>
          </p:cNvPr>
          <p:cNvSpPr>
            <a:spLocks noGrp="1"/>
          </p:cNvSpPr>
          <p:nvPr>
            <p:ph type="body" sz="quarter" idx="19" hasCustomPrompt="1"/>
          </p:nvPr>
        </p:nvSpPr>
        <p:spPr>
          <a:xfrm>
            <a:off x="6149041" y="4388168"/>
            <a:ext cx="5120640" cy="640080"/>
          </a:xfrm>
        </p:spPr>
        <p:txBody>
          <a:bodyPr>
            <a:normAutofit/>
          </a:bodyPr>
          <a:lstStyle>
            <a:lvl1pPr marL="0" indent="0">
              <a:lnSpc>
                <a:spcPts val="2000"/>
              </a:lnSpc>
              <a:spcBef>
                <a:spcPts val="0"/>
              </a:spcBef>
              <a:buNone/>
              <a:defRPr sz="1400">
                <a:solidFill>
                  <a:schemeClr val="tx1"/>
                </a:solidFill>
              </a:defRPr>
            </a:lvl1pPr>
            <a:lvl2pPr marL="457200" indent="0">
              <a:buNone/>
              <a:defRPr sz="1600"/>
            </a:lvl2pPr>
            <a:lvl3pPr marL="914400" indent="0">
              <a:buNone/>
              <a:defRPr sz="1600"/>
            </a:lvl3pPr>
            <a:lvl4pPr marL="1371600" indent="0">
              <a:buNone/>
              <a:defRPr sz="1600"/>
            </a:lvl4pPr>
            <a:lvl5pPr marL="1828800" indent="0">
              <a:buNone/>
              <a:defRPr sz="1600"/>
            </a:lvl5pPr>
          </a:lstStyle>
          <a:p>
            <a:pPr lvl="0"/>
            <a:r>
              <a:rPr lang="en-US" dirty="0"/>
              <a:t>Click to edit text</a:t>
            </a:r>
          </a:p>
        </p:txBody>
      </p:sp>
      <p:sp>
        <p:nvSpPr>
          <p:cNvPr id="23" name="Text Placeholder 10">
            <a:extLst>
              <a:ext uri="{FF2B5EF4-FFF2-40B4-BE49-F238E27FC236}">
                <a16:creationId xmlns:a16="http://schemas.microsoft.com/office/drawing/2014/main" id="{78434772-1E65-4475-A328-95A7B2445794}"/>
              </a:ext>
            </a:extLst>
          </p:cNvPr>
          <p:cNvSpPr>
            <a:spLocks noGrp="1"/>
          </p:cNvSpPr>
          <p:nvPr>
            <p:ph type="body" sz="quarter" idx="20" hasCustomPrompt="1"/>
          </p:nvPr>
        </p:nvSpPr>
        <p:spPr>
          <a:xfrm>
            <a:off x="6149292" y="5202936"/>
            <a:ext cx="5120640" cy="320040"/>
          </a:xfrm>
        </p:spPr>
        <p:txBody>
          <a:bodyPr>
            <a:noAutofit/>
          </a:bodyPr>
          <a:lstStyle>
            <a:lvl1pPr marL="0" indent="0">
              <a:buNone/>
              <a:defRPr sz="1800" cap="all" baseline="0">
                <a:solidFill>
                  <a:schemeClr val="accent1"/>
                </a:solidFill>
                <a:latin typeface="+mj-lt"/>
              </a:defRPr>
            </a:lvl1pPr>
            <a:lvl2pPr marL="457200" indent="0">
              <a:buNone/>
              <a:defRPr sz="2000">
                <a:solidFill>
                  <a:schemeClr val="accent1"/>
                </a:solidFill>
                <a:latin typeface="+mj-lt"/>
              </a:defRPr>
            </a:lvl2pPr>
            <a:lvl3pPr marL="914400" indent="0">
              <a:buNone/>
              <a:defRPr sz="2000">
                <a:solidFill>
                  <a:schemeClr val="accent1"/>
                </a:solidFill>
                <a:latin typeface="+mj-lt"/>
              </a:defRPr>
            </a:lvl3pPr>
            <a:lvl4pPr marL="1371600" indent="0">
              <a:buNone/>
              <a:defRPr sz="2000">
                <a:solidFill>
                  <a:schemeClr val="accent1"/>
                </a:solidFill>
                <a:latin typeface="+mj-lt"/>
              </a:defRPr>
            </a:lvl4pPr>
            <a:lvl5pPr marL="1828800" indent="0">
              <a:buNone/>
              <a:defRPr sz="2000">
                <a:solidFill>
                  <a:schemeClr val="accent1"/>
                </a:solidFill>
                <a:latin typeface="+mj-lt"/>
              </a:defRPr>
            </a:lvl5pPr>
          </a:lstStyle>
          <a:p>
            <a:pPr lvl="0"/>
            <a:r>
              <a:rPr lang="en-US" dirty="0"/>
              <a:t>CLICK TO EDIT TEXT</a:t>
            </a:r>
          </a:p>
        </p:txBody>
      </p:sp>
      <p:sp>
        <p:nvSpPr>
          <p:cNvPr id="24" name="Text Placeholder 13">
            <a:extLst>
              <a:ext uri="{FF2B5EF4-FFF2-40B4-BE49-F238E27FC236}">
                <a16:creationId xmlns:a16="http://schemas.microsoft.com/office/drawing/2014/main" id="{16497897-EF41-49AE-B577-23E1843D2DEA}"/>
              </a:ext>
            </a:extLst>
          </p:cNvPr>
          <p:cNvSpPr>
            <a:spLocks noGrp="1"/>
          </p:cNvSpPr>
          <p:nvPr>
            <p:ph type="body" sz="quarter" idx="21" hasCustomPrompt="1"/>
          </p:nvPr>
        </p:nvSpPr>
        <p:spPr>
          <a:xfrm>
            <a:off x="6149166" y="5535502"/>
            <a:ext cx="5120640" cy="640080"/>
          </a:xfrm>
        </p:spPr>
        <p:txBody>
          <a:bodyPr>
            <a:normAutofit/>
          </a:bodyPr>
          <a:lstStyle>
            <a:lvl1pPr marL="0" indent="0">
              <a:lnSpc>
                <a:spcPts val="2000"/>
              </a:lnSpc>
              <a:spcBef>
                <a:spcPts val="0"/>
              </a:spcBef>
              <a:buNone/>
              <a:defRPr sz="1400">
                <a:solidFill>
                  <a:schemeClr val="tx1"/>
                </a:solidFill>
              </a:defRPr>
            </a:lvl1pPr>
            <a:lvl2pPr marL="457200" indent="0">
              <a:buNone/>
              <a:defRPr sz="1600"/>
            </a:lvl2pPr>
            <a:lvl3pPr marL="914400" indent="0">
              <a:buNone/>
              <a:defRPr sz="1600"/>
            </a:lvl3pPr>
            <a:lvl4pPr marL="1371600" indent="0">
              <a:buNone/>
              <a:defRPr sz="1600"/>
            </a:lvl4pPr>
            <a:lvl5pPr marL="1828800" indent="0">
              <a:buNone/>
              <a:defRPr sz="1600"/>
            </a:lvl5pPr>
          </a:lstStyle>
          <a:p>
            <a:pPr lvl="0"/>
            <a:r>
              <a:rPr lang="en-US" dirty="0"/>
              <a:t>Click to edit text</a:t>
            </a:r>
          </a:p>
        </p:txBody>
      </p:sp>
    </p:spTree>
    <p:extLst>
      <p:ext uri="{BB962C8B-B14F-4D97-AF65-F5344CB8AC3E}">
        <p14:creationId xmlns:p14="http://schemas.microsoft.com/office/powerpoint/2010/main" val="13074422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Product overview">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02412796-7042-4809-B0D2-CA19D0001B30}"/>
              </a:ext>
            </a:extLst>
          </p:cNvPr>
          <p:cNvSpPr>
            <a:spLocks noGrp="1"/>
          </p:cNvSpPr>
          <p:nvPr>
            <p:ph type="pic" sz="quarter" idx="13"/>
          </p:nvPr>
        </p:nvSpPr>
        <p:spPr>
          <a:xfrm>
            <a:off x="1524" y="0"/>
            <a:ext cx="12188952" cy="6858000"/>
          </a:xfrm>
          <a:custGeom>
            <a:avLst/>
            <a:gdLst>
              <a:gd name="connsiteX0" fmla="*/ 0 w 12188952"/>
              <a:gd name="connsiteY0" fmla="*/ 0 h 6858000"/>
              <a:gd name="connsiteX1" fmla="*/ 12188952 w 12188952"/>
              <a:gd name="connsiteY1" fmla="*/ 0 h 6858000"/>
              <a:gd name="connsiteX2" fmla="*/ 12188952 w 12188952"/>
              <a:gd name="connsiteY2" fmla="*/ 6858000 h 6858000"/>
              <a:gd name="connsiteX3" fmla="*/ 0 w 12188952"/>
              <a:gd name="connsiteY3" fmla="*/ 6858000 h 6858000"/>
              <a:gd name="connsiteX4" fmla="*/ 0 w 12188952"/>
              <a:gd name="connsiteY4" fmla="*/ 2560590 h 6858000"/>
              <a:gd name="connsiteX5" fmla="*/ 4876038 w 12188952"/>
              <a:gd name="connsiteY5" fmla="*/ 2560590 h 6858000"/>
              <a:gd name="connsiteX6" fmla="*/ 4876038 w 12188952"/>
              <a:gd name="connsiteY6" fmla="*/ 2331990 h 6858000"/>
              <a:gd name="connsiteX7" fmla="*/ 0 w 12188952"/>
              <a:gd name="connsiteY7" fmla="*/ 233199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88952" h="6858000">
                <a:moveTo>
                  <a:pt x="0" y="0"/>
                </a:moveTo>
                <a:lnTo>
                  <a:pt x="12188952" y="0"/>
                </a:lnTo>
                <a:lnTo>
                  <a:pt x="12188952" y="6858000"/>
                </a:lnTo>
                <a:lnTo>
                  <a:pt x="0" y="6858000"/>
                </a:lnTo>
                <a:lnTo>
                  <a:pt x="0" y="2560590"/>
                </a:lnTo>
                <a:lnTo>
                  <a:pt x="4876038" y="2560590"/>
                </a:lnTo>
                <a:lnTo>
                  <a:pt x="4876038" y="2331990"/>
                </a:lnTo>
                <a:lnTo>
                  <a:pt x="0" y="2331990"/>
                </a:lnTo>
                <a:close/>
              </a:path>
            </a:pathLst>
          </a:custGeom>
          <a:solidFill>
            <a:schemeClr val="accent6">
              <a:lumMod val="20000"/>
              <a:lumOff val="80000"/>
            </a:schemeClr>
          </a:solidFill>
        </p:spPr>
        <p:txBody>
          <a:bodyPr wrap="square">
            <a:noAutofit/>
          </a:bodyPr>
          <a:lstStyle/>
          <a:p>
            <a:r>
              <a:rPr lang="en-US"/>
              <a:t>Click icon to add picture</a:t>
            </a:r>
            <a:endParaRPr lang="en-US" dirty="0"/>
          </a:p>
        </p:txBody>
      </p:sp>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841248" y="858957"/>
            <a:ext cx="4032504" cy="1325563"/>
          </a:xfrm>
        </p:spPr>
        <p:txBody>
          <a:bodyPr/>
          <a:lstStyle>
            <a:lvl1pPr algn="r">
              <a:defRPr>
                <a:solidFill>
                  <a:schemeClr val="bg1"/>
                </a:solidFill>
              </a:defRPr>
            </a:lvl1pPr>
          </a:lstStyle>
          <a:p>
            <a:r>
              <a:rPr lang="en-US" dirty="0"/>
              <a:t>CLICK TO EDIT TITLE</a:t>
            </a:r>
          </a:p>
        </p:txBody>
      </p:sp>
      <p:sp>
        <p:nvSpPr>
          <p:cNvPr id="4" name="Date Placeholder 3">
            <a:extLst>
              <a:ext uri="{FF2B5EF4-FFF2-40B4-BE49-F238E27FC236}">
                <a16:creationId xmlns:a16="http://schemas.microsoft.com/office/drawing/2014/main" id="{3EDAC16E-5725-4AC1-AB85-871F25D26688}"/>
              </a:ext>
            </a:extLst>
          </p:cNvPr>
          <p:cNvSpPr>
            <a:spLocks noGrp="1"/>
          </p:cNvSpPr>
          <p:nvPr>
            <p:ph type="dt" sz="half" idx="10"/>
          </p:nvPr>
        </p:nvSpPr>
        <p:spPr/>
        <p:txBody>
          <a:bodyPr/>
          <a:lstStyle>
            <a:lvl1pPr>
              <a:defRPr>
                <a:solidFill>
                  <a:schemeClr val="bg1"/>
                </a:solidFill>
              </a:defRPr>
            </a:lvl1pPr>
          </a:lstStyle>
          <a:p>
            <a:r>
              <a:rPr lang="en-US" dirty="0"/>
              <a:t>7/14/20XX</a:t>
            </a:r>
          </a:p>
        </p:txBody>
      </p:sp>
      <p:sp>
        <p:nvSpPr>
          <p:cNvPr id="5" name="Footer Placeholder 4">
            <a:extLst>
              <a:ext uri="{FF2B5EF4-FFF2-40B4-BE49-F238E27FC236}">
                <a16:creationId xmlns:a16="http://schemas.microsoft.com/office/drawing/2014/main" id="{FD10B5D8-71E9-48DC-A04C-559359603CB0}"/>
              </a:ext>
            </a:extLst>
          </p:cNvPr>
          <p:cNvSpPr>
            <a:spLocks noGrp="1"/>
          </p:cNvSpPr>
          <p:nvPr>
            <p:ph type="ftr" sz="quarter" idx="11"/>
          </p:nvPr>
        </p:nvSpPr>
        <p:spPr/>
        <p:txBody>
          <a:bodyPr/>
          <a:lstStyle>
            <a:lvl1pPr>
              <a:defRPr>
                <a:solidFill>
                  <a:schemeClr val="bg1"/>
                </a:solidFill>
              </a:defRPr>
            </a:lvl1pPr>
          </a:lstStyle>
          <a:p>
            <a:r>
              <a:rPr lang="en-US" dirty="0"/>
              <a:t>Pitch deck title</a:t>
            </a:r>
          </a:p>
        </p:txBody>
      </p:sp>
      <p:sp>
        <p:nvSpPr>
          <p:cNvPr id="6" name="Slide Number Placeholder 5">
            <a:extLst>
              <a:ext uri="{FF2B5EF4-FFF2-40B4-BE49-F238E27FC236}">
                <a16:creationId xmlns:a16="http://schemas.microsoft.com/office/drawing/2014/main" id="{A0FDD81F-9379-48E6-9B14-83486F920A39}"/>
              </a:ext>
            </a:extLst>
          </p:cNvPr>
          <p:cNvSpPr>
            <a:spLocks noGrp="1"/>
          </p:cNvSpPr>
          <p:nvPr>
            <p:ph type="sldNum" sz="quarter" idx="12"/>
          </p:nvPr>
        </p:nvSpPr>
        <p:spPr/>
        <p:txBody>
          <a:bodyPr/>
          <a:lstStyle>
            <a:lvl1pPr>
              <a:defRPr>
                <a:solidFill>
                  <a:schemeClr val="bg1"/>
                </a:solidFill>
              </a:defRPr>
            </a:lvl1pPr>
          </a:lstStyle>
          <a:p>
            <a:fld id="{B5CEABB6-07DC-46E8-9B57-56EC44A396E5}" type="slidenum">
              <a:rPr lang="en-US" smtClean="0"/>
              <a:pPr/>
              <a:t>‹#›</a:t>
            </a:fld>
            <a:endParaRPr lang="en-US" dirty="0"/>
          </a:p>
        </p:txBody>
      </p:sp>
      <p:sp>
        <p:nvSpPr>
          <p:cNvPr id="11" name="Text Placeholder 10">
            <a:extLst>
              <a:ext uri="{FF2B5EF4-FFF2-40B4-BE49-F238E27FC236}">
                <a16:creationId xmlns:a16="http://schemas.microsoft.com/office/drawing/2014/main" id="{9DD0C4E2-C56D-415A-A93E-7E5A3DD9BBEA}"/>
              </a:ext>
            </a:extLst>
          </p:cNvPr>
          <p:cNvSpPr>
            <a:spLocks noGrp="1"/>
          </p:cNvSpPr>
          <p:nvPr>
            <p:ph type="body" sz="quarter" idx="14" hasCustomPrompt="1"/>
          </p:nvPr>
        </p:nvSpPr>
        <p:spPr>
          <a:xfrm>
            <a:off x="5638800" y="1173329"/>
            <a:ext cx="2743200" cy="365760"/>
          </a:xfrm>
        </p:spPr>
        <p:txBody>
          <a:bodyPr>
            <a:noAutofit/>
          </a:bodyPr>
          <a:lstStyle>
            <a:lvl1pPr marL="0" indent="0">
              <a:buNone/>
              <a:defRPr sz="1800" cap="all" baseline="0">
                <a:solidFill>
                  <a:schemeClr val="bg1"/>
                </a:solidFill>
                <a:latin typeface="+mj-lt"/>
              </a:defRPr>
            </a:lvl1pPr>
            <a:lvl2pPr marL="457200" indent="0">
              <a:buNone/>
              <a:defRPr sz="1800">
                <a:latin typeface="+mj-lt"/>
              </a:defRPr>
            </a:lvl2pPr>
            <a:lvl3pPr marL="914400" indent="0">
              <a:buNone/>
              <a:defRPr sz="1800">
                <a:latin typeface="+mj-lt"/>
              </a:defRPr>
            </a:lvl3pPr>
            <a:lvl4pPr marL="1371600" indent="0">
              <a:buNone/>
              <a:defRPr sz="1800">
                <a:latin typeface="+mj-lt"/>
              </a:defRPr>
            </a:lvl4pPr>
            <a:lvl5pPr marL="1828800" indent="0">
              <a:buNone/>
              <a:defRPr sz="1800">
                <a:latin typeface="+mj-lt"/>
              </a:defRPr>
            </a:lvl5pPr>
          </a:lstStyle>
          <a:p>
            <a:pPr lvl="0"/>
            <a:r>
              <a:rPr lang="en-US" dirty="0"/>
              <a:t>Click to edit subtitle</a:t>
            </a:r>
          </a:p>
        </p:txBody>
      </p:sp>
      <p:sp>
        <p:nvSpPr>
          <p:cNvPr id="13" name="Text Placeholder 12">
            <a:extLst>
              <a:ext uri="{FF2B5EF4-FFF2-40B4-BE49-F238E27FC236}">
                <a16:creationId xmlns:a16="http://schemas.microsoft.com/office/drawing/2014/main" id="{63466F58-8094-496E-8FA6-A2A07D706ECA}"/>
              </a:ext>
            </a:extLst>
          </p:cNvPr>
          <p:cNvSpPr>
            <a:spLocks noGrp="1"/>
          </p:cNvSpPr>
          <p:nvPr>
            <p:ph type="body" sz="quarter" idx="15" hasCustomPrompt="1"/>
          </p:nvPr>
        </p:nvSpPr>
        <p:spPr>
          <a:xfrm>
            <a:off x="5638800" y="1522412"/>
            <a:ext cx="2743200" cy="914400"/>
          </a:xfrm>
        </p:spPr>
        <p:txBody>
          <a:bodyPr>
            <a:noAutofit/>
          </a:bodyPr>
          <a:lstStyle>
            <a:lvl1pPr marL="0" indent="0">
              <a:lnSpc>
                <a:spcPts val="2000"/>
              </a:lnSpc>
              <a:spcBef>
                <a:spcPts val="0"/>
              </a:spcBef>
              <a:buNone/>
              <a:defRPr sz="1400">
                <a:solidFill>
                  <a:schemeClr val="bg1"/>
                </a:solidFill>
              </a:defRPr>
            </a:lvl1pPr>
            <a:lvl2pPr marL="457200" indent="0">
              <a:buNone/>
              <a:defRPr sz="1600"/>
            </a:lvl2pPr>
            <a:lvl3pPr marL="914400" indent="0">
              <a:buNone/>
              <a:defRPr sz="1600"/>
            </a:lvl3pPr>
            <a:lvl4pPr marL="1371600" indent="0">
              <a:buNone/>
              <a:defRPr sz="1600"/>
            </a:lvl4pPr>
            <a:lvl5pPr marL="1828800" indent="0">
              <a:buNone/>
              <a:defRPr sz="1600"/>
            </a:lvl5pPr>
          </a:lstStyle>
          <a:p>
            <a:pPr lvl="0"/>
            <a:r>
              <a:rPr lang="en-US" dirty="0"/>
              <a:t>Click to edit text</a:t>
            </a:r>
          </a:p>
        </p:txBody>
      </p:sp>
      <p:sp>
        <p:nvSpPr>
          <p:cNvPr id="14" name="Text Placeholder 10">
            <a:extLst>
              <a:ext uri="{FF2B5EF4-FFF2-40B4-BE49-F238E27FC236}">
                <a16:creationId xmlns:a16="http://schemas.microsoft.com/office/drawing/2014/main" id="{35CDA3A0-B53D-4D18-9792-E99DB7DFDFCD}"/>
              </a:ext>
            </a:extLst>
          </p:cNvPr>
          <p:cNvSpPr>
            <a:spLocks noGrp="1"/>
          </p:cNvSpPr>
          <p:nvPr>
            <p:ph type="body" sz="quarter" idx="16" hasCustomPrompt="1"/>
          </p:nvPr>
        </p:nvSpPr>
        <p:spPr>
          <a:xfrm>
            <a:off x="5638800" y="2743993"/>
            <a:ext cx="2743200" cy="365760"/>
          </a:xfrm>
        </p:spPr>
        <p:txBody>
          <a:bodyPr>
            <a:noAutofit/>
          </a:bodyPr>
          <a:lstStyle>
            <a:lvl1pPr marL="0" indent="0">
              <a:buNone/>
              <a:defRPr sz="1800" cap="all" baseline="0">
                <a:solidFill>
                  <a:schemeClr val="bg1"/>
                </a:solidFill>
                <a:latin typeface="+mj-lt"/>
              </a:defRPr>
            </a:lvl1pPr>
            <a:lvl2pPr marL="457200" indent="0">
              <a:buNone/>
              <a:defRPr sz="1800">
                <a:latin typeface="+mj-lt"/>
              </a:defRPr>
            </a:lvl2pPr>
            <a:lvl3pPr marL="914400" indent="0">
              <a:buNone/>
              <a:defRPr sz="1800">
                <a:latin typeface="+mj-lt"/>
              </a:defRPr>
            </a:lvl3pPr>
            <a:lvl4pPr marL="1371600" indent="0">
              <a:buNone/>
              <a:defRPr sz="1800">
                <a:latin typeface="+mj-lt"/>
              </a:defRPr>
            </a:lvl4pPr>
            <a:lvl5pPr marL="1828800" indent="0">
              <a:buNone/>
              <a:defRPr sz="1800">
                <a:latin typeface="+mj-lt"/>
              </a:defRPr>
            </a:lvl5pPr>
          </a:lstStyle>
          <a:p>
            <a:pPr lvl="0"/>
            <a:r>
              <a:rPr lang="en-US" dirty="0"/>
              <a:t>Click to edit subtitle</a:t>
            </a:r>
          </a:p>
        </p:txBody>
      </p:sp>
      <p:sp>
        <p:nvSpPr>
          <p:cNvPr id="15" name="Text Placeholder 12">
            <a:extLst>
              <a:ext uri="{FF2B5EF4-FFF2-40B4-BE49-F238E27FC236}">
                <a16:creationId xmlns:a16="http://schemas.microsoft.com/office/drawing/2014/main" id="{FEDD6309-46B2-4D7D-A1E2-8F04609BF7B3}"/>
              </a:ext>
            </a:extLst>
          </p:cNvPr>
          <p:cNvSpPr>
            <a:spLocks noGrp="1"/>
          </p:cNvSpPr>
          <p:nvPr>
            <p:ph type="body" sz="quarter" idx="17" hasCustomPrompt="1"/>
          </p:nvPr>
        </p:nvSpPr>
        <p:spPr>
          <a:xfrm>
            <a:off x="5638800" y="3074026"/>
            <a:ext cx="2743200" cy="914400"/>
          </a:xfrm>
        </p:spPr>
        <p:txBody>
          <a:bodyPr>
            <a:noAutofit/>
          </a:bodyPr>
          <a:lstStyle>
            <a:lvl1pPr marL="0" indent="0">
              <a:lnSpc>
                <a:spcPts val="2000"/>
              </a:lnSpc>
              <a:spcBef>
                <a:spcPts val="0"/>
              </a:spcBef>
              <a:buNone/>
              <a:defRPr sz="1400">
                <a:solidFill>
                  <a:schemeClr val="bg1"/>
                </a:solidFill>
              </a:defRPr>
            </a:lvl1pPr>
            <a:lvl2pPr marL="457200" indent="0">
              <a:buNone/>
              <a:defRPr sz="1600"/>
            </a:lvl2pPr>
            <a:lvl3pPr marL="914400" indent="0">
              <a:buNone/>
              <a:defRPr sz="1600"/>
            </a:lvl3pPr>
            <a:lvl4pPr marL="1371600" indent="0">
              <a:buNone/>
              <a:defRPr sz="1600"/>
            </a:lvl4pPr>
            <a:lvl5pPr marL="1828800" indent="0">
              <a:buNone/>
              <a:defRPr sz="1600"/>
            </a:lvl5pPr>
          </a:lstStyle>
          <a:p>
            <a:pPr lvl="0"/>
            <a:r>
              <a:rPr lang="en-US" dirty="0"/>
              <a:t>Click to edit text</a:t>
            </a:r>
          </a:p>
        </p:txBody>
      </p:sp>
      <p:sp>
        <p:nvSpPr>
          <p:cNvPr id="16" name="Text Placeholder 10">
            <a:extLst>
              <a:ext uri="{FF2B5EF4-FFF2-40B4-BE49-F238E27FC236}">
                <a16:creationId xmlns:a16="http://schemas.microsoft.com/office/drawing/2014/main" id="{DF7E20CD-913D-437E-9659-9C125387ECA7}"/>
              </a:ext>
            </a:extLst>
          </p:cNvPr>
          <p:cNvSpPr>
            <a:spLocks noGrp="1"/>
          </p:cNvSpPr>
          <p:nvPr>
            <p:ph type="body" sz="quarter" idx="18" hasCustomPrompt="1"/>
          </p:nvPr>
        </p:nvSpPr>
        <p:spPr>
          <a:xfrm>
            <a:off x="8686038" y="1182807"/>
            <a:ext cx="2743200" cy="365760"/>
          </a:xfrm>
        </p:spPr>
        <p:txBody>
          <a:bodyPr>
            <a:noAutofit/>
          </a:bodyPr>
          <a:lstStyle>
            <a:lvl1pPr marL="0" indent="0">
              <a:buNone/>
              <a:defRPr sz="1800" cap="all" baseline="0">
                <a:solidFill>
                  <a:schemeClr val="bg1"/>
                </a:solidFill>
                <a:latin typeface="+mj-lt"/>
              </a:defRPr>
            </a:lvl1pPr>
            <a:lvl2pPr marL="457200" indent="0">
              <a:buNone/>
              <a:defRPr sz="1800">
                <a:latin typeface="+mj-lt"/>
              </a:defRPr>
            </a:lvl2pPr>
            <a:lvl3pPr marL="914400" indent="0">
              <a:buNone/>
              <a:defRPr sz="1800">
                <a:latin typeface="+mj-lt"/>
              </a:defRPr>
            </a:lvl3pPr>
            <a:lvl4pPr marL="1371600" indent="0">
              <a:buNone/>
              <a:defRPr sz="1800">
                <a:latin typeface="+mj-lt"/>
              </a:defRPr>
            </a:lvl4pPr>
            <a:lvl5pPr marL="1828800" indent="0">
              <a:buNone/>
              <a:defRPr sz="1800">
                <a:latin typeface="+mj-lt"/>
              </a:defRPr>
            </a:lvl5pPr>
          </a:lstStyle>
          <a:p>
            <a:pPr lvl="0"/>
            <a:r>
              <a:rPr lang="en-US" dirty="0"/>
              <a:t>Click to edit subtitle</a:t>
            </a:r>
          </a:p>
        </p:txBody>
      </p:sp>
      <p:sp>
        <p:nvSpPr>
          <p:cNvPr id="17" name="Text Placeholder 12">
            <a:extLst>
              <a:ext uri="{FF2B5EF4-FFF2-40B4-BE49-F238E27FC236}">
                <a16:creationId xmlns:a16="http://schemas.microsoft.com/office/drawing/2014/main" id="{DB390311-D71A-47E1-A6A4-FC519992545C}"/>
              </a:ext>
            </a:extLst>
          </p:cNvPr>
          <p:cNvSpPr>
            <a:spLocks noGrp="1"/>
          </p:cNvSpPr>
          <p:nvPr>
            <p:ph type="body" sz="quarter" idx="19" hasCustomPrompt="1"/>
          </p:nvPr>
        </p:nvSpPr>
        <p:spPr>
          <a:xfrm>
            <a:off x="8686038" y="1531890"/>
            <a:ext cx="2743200" cy="914400"/>
          </a:xfrm>
        </p:spPr>
        <p:txBody>
          <a:bodyPr>
            <a:noAutofit/>
          </a:bodyPr>
          <a:lstStyle>
            <a:lvl1pPr marL="0" indent="0">
              <a:lnSpc>
                <a:spcPts val="2000"/>
              </a:lnSpc>
              <a:spcBef>
                <a:spcPts val="0"/>
              </a:spcBef>
              <a:buNone/>
              <a:defRPr sz="1400">
                <a:solidFill>
                  <a:schemeClr val="bg1"/>
                </a:solidFill>
              </a:defRPr>
            </a:lvl1pPr>
            <a:lvl2pPr marL="457200" indent="0">
              <a:buNone/>
              <a:defRPr sz="1600"/>
            </a:lvl2pPr>
            <a:lvl3pPr marL="914400" indent="0">
              <a:buNone/>
              <a:defRPr sz="1600"/>
            </a:lvl3pPr>
            <a:lvl4pPr marL="1371600" indent="0">
              <a:buNone/>
              <a:defRPr sz="1600"/>
            </a:lvl4pPr>
            <a:lvl5pPr marL="1828800" indent="0">
              <a:buNone/>
              <a:defRPr sz="1600"/>
            </a:lvl5pPr>
          </a:lstStyle>
          <a:p>
            <a:pPr lvl="0"/>
            <a:r>
              <a:rPr lang="en-US" dirty="0"/>
              <a:t>Click to edit text</a:t>
            </a:r>
          </a:p>
        </p:txBody>
      </p:sp>
      <p:sp>
        <p:nvSpPr>
          <p:cNvPr id="18" name="Text Placeholder 10">
            <a:extLst>
              <a:ext uri="{FF2B5EF4-FFF2-40B4-BE49-F238E27FC236}">
                <a16:creationId xmlns:a16="http://schemas.microsoft.com/office/drawing/2014/main" id="{A6F112C5-2301-4903-8FFC-3D13F2BD7D9F}"/>
              </a:ext>
            </a:extLst>
          </p:cNvPr>
          <p:cNvSpPr>
            <a:spLocks noGrp="1"/>
          </p:cNvSpPr>
          <p:nvPr>
            <p:ph type="body" sz="quarter" idx="20" hasCustomPrompt="1"/>
          </p:nvPr>
        </p:nvSpPr>
        <p:spPr>
          <a:xfrm>
            <a:off x="8686038" y="2753471"/>
            <a:ext cx="2743200" cy="365760"/>
          </a:xfrm>
        </p:spPr>
        <p:txBody>
          <a:bodyPr>
            <a:noAutofit/>
          </a:bodyPr>
          <a:lstStyle>
            <a:lvl1pPr marL="0" indent="0">
              <a:buNone/>
              <a:defRPr sz="1800" cap="all" baseline="0">
                <a:solidFill>
                  <a:schemeClr val="bg1"/>
                </a:solidFill>
                <a:latin typeface="+mj-lt"/>
              </a:defRPr>
            </a:lvl1pPr>
            <a:lvl2pPr marL="457200" indent="0">
              <a:buNone/>
              <a:defRPr sz="1800">
                <a:latin typeface="+mj-lt"/>
              </a:defRPr>
            </a:lvl2pPr>
            <a:lvl3pPr marL="914400" indent="0">
              <a:buNone/>
              <a:defRPr sz="1800">
                <a:latin typeface="+mj-lt"/>
              </a:defRPr>
            </a:lvl3pPr>
            <a:lvl4pPr marL="1371600" indent="0">
              <a:buNone/>
              <a:defRPr sz="1800">
                <a:latin typeface="+mj-lt"/>
              </a:defRPr>
            </a:lvl4pPr>
            <a:lvl5pPr marL="1828800" indent="0">
              <a:buNone/>
              <a:defRPr sz="1800">
                <a:latin typeface="+mj-lt"/>
              </a:defRPr>
            </a:lvl5pPr>
          </a:lstStyle>
          <a:p>
            <a:pPr lvl="0"/>
            <a:r>
              <a:rPr lang="en-US" dirty="0"/>
              <a:t>Click to edit subtitle</a:t>
            </a:r>
          </a:p>
        </p:txBody>
      </p:sp>
      <p:sp>
        <p:nvSpPr>
          <p:cNvPr id="19" name="Text Placeholder 12">
            <a:extLst>
              <a:ext uri="{FF2B5EF4-FFF2-40B4-BE49-F238E27FC236}">
                <a16:creationId xmlns:a16="http://schemas.microsoft.com/office/drawing/2014/main" id="{867721ED-86DF-4220-A638-CB65E0B5B126}"/>
              </a:ext>
            </a:extLst>
          </p:cNvPr>
          <p:cNvSpPr>
            <a:spLocks noGrp="1"/>
          </p:cNvSpPr>
          <p:nvPr>
            <p:ph type="body" sz="quarter" idx="21" hasCustomPrompt="1"/>
          </p:nvPr>
        </p:nvSpPr>
        <p:spPr>
          <a:xfrm>
            <a:off x="8686038" y="3083504"/>
            <a:ext cx="2743200" cy="914400"/>
          </a:xfrm>
        </p:spPr>
        <p:txBody>
          <a:bodyPr>
            <a:noAutofit/>
          </a:bodyPr>
          <a:lstStyle>
            <a:lvl1pPr marL="0" indent="0">
              <a:lnSpc>
                <a:spcPts val="2000"/>
              </a:lnSpc>
              <a:spcBef>
                <a:spcPts val="0"/>
              </a:spcBef>
              <a:buNone/>
              <a:defRPr sz="1400">
                <a:solidFill>
                  <a:schemeClr val="bg1"/>
                </a:solidFill>
              </a:defRPr>
            </a:lvl1pPr>
            <a:lvl2pPr marL="457200" indent="0">
              <a:buNone/>
              <a:defRPr sz="1600"/>
            </a:lvl2pPr>
            <a:lvl3pPr marL="914400" indent="0">
              <a:buNone/>
              <a:defRPr sz="1600"/>
            </a:lvl3pPr>
            <a:lvl4pPr marL="1371600" indent="0">
              <a:buNone/>
              <a:defRPr sz="1600"/>
            </a:lvl4pPr>
            <a:lvl5pPr marL="1828800" indent="0">
              <a:buNone/>
              <a:defRPr sz="1600"/>
            </a:lvl5pPr>
          </a:lstStyle>
          <a:p>
            <a:pPr lvl="0"/>
            <a:r>
              <a:rPr lang="en-US" dirty="0"/>
              <a:t>Click to edit text</a:t>
            </a:r>
          </a:p>
        </p:txBody>
      </p:sp>
      <p:sp>
        <p:nvSpPr>
          <p:cNvPr id="23" name="Rectangle 22">
            <a:extLst>
              <a:ext uri="{FF2B5EF4-FFF2-40B4-BE49-F238E27FC236}">
                <a16:creationId xmlns:a16="http://schemas.microsoft.com/office/drawing/2014/main" id="{5620BB15-729F-4427-9DF3-6861F012AED2}"/>
              </a:ext>
              <a:ext uri="{C183D7F6-B498-43B3-948B-1728B52AA6E4}">
                <adec:decorative xmlns:adec="http://schemas.microsoft.com/office/drawing/2017/decorative" val="1"/>
              </a:ext>
            </a:extLst>
          </p:cNvPr>
          <p:cNvSpPr/>
          <p:nvPr userDrawn="1"/>
        </p:nvSpPr>
        <p:spPr>
          <a:xfrm>
            <a:off x="0" y="2331990"/>
            <a:ext cx="4877562" cy="2286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164587433"/>
      </p:ext>
    </p:extLst>
  </p:cSld>
  <p:clrMapOvr>
    <a:masterClrMapping/>
  </p:clrMapOvr>
  <p:extLst>
    <p:ext uri="{DCECCB84-F9BA-43D5-87BE-67443E8EF086}">
      <p15:sldGuideLst xmlns:p15="http://schemas.microsoft.com/office/powerpoint/2012/main">
        <p15:guide id="1" orient="horz" pos="912"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Product Benefits">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77E32A88-04B9-4879-A7DA-64134B3784C4}"/>
              </a:ext>
            </a:extLst>
          </p:cNvPr>
          <p:cNvSpPr>
            <a:spLocks noGrp="1"/>
          </p:cNvSpPr>
          <p:nvPr>
            <p:ph type="pic" sz="quarter" idx="13"/>
          </p:nvPr>
        </p:nvSpPr>
        <p:spPr>
          <a:xfrm>
            <a:off x="228600" y="0"/>
            <a:ext cx="11961876" cy="6858000"/>
          </a:xfrm>
          <a:custGeom>
            <a:avLst/>
            <a:gdLst>
              <a:gd name="connsiteX0" fmla="*/ 0 w 11961876"/>
              <a:gd name="connsiteY0" fmla="*/ 0 h 6858000"/>
              <a:gd name="connsiteX1" fmla="*/ 11961876 w 11961876"/>
              <a:gd name="connsiteY1" fmla="*/ 0 h 6858000"/>
              <a:gd name="connsiteX2" fmla="*/ 11961876 w 11961876"/>
              <a:gd name="connsiteY2" fmla="*/ 6858000 h 6858000"/>
              <a:gd name="connsiteX3" fmla="*/ 0 w 11961876"/>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1961876" h="6858000">
                <a:moveTo>
                  <a:pt x="0" y="0"/>
                </a:moveTo>
                <a:lnTo>
                  <a:pt x="11961876" y="0"/>
                </a:lnTo>
                <a:lnTo>
                  <a:pt x="11961876" y="6858000"/>
                </a:lnTo>
                <a:lnTo>
                  <a:pt x="0" y="6858000"/>
                </a:lnTo>
                <a:close/>
              </a:path>
            </a:pathLst>
          </a:custGeom>
          <a:solidFill>
            <a:schemeClr val="accent6">
              <a:lumMod val="20000"/>
              <a:lumOff val="80000"/>
            </a:schemeClr>
          </a:solidFill>
        </p:spPr>
        <p:txBody>
          <a:bodyPr wrap="square">
            <a:noAutofit/>
          </a:bodyPr>
          <a:lstStyle/>
          <a:p>
            <a:r>
              <a:rPr lang="en-US"/>
              <a:t>Click icon to add picture</a:t>
            </a:r>
            <a:endParaRPr lang="en-US" dirty="0"/>
          </a:p>
        </p:txBody>
      </p:sp>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914398" y="365760"/>
            <a:ext cx="6400800" cy="1325563"/>
          </a:xfrm>
        </p:spPr>
        <p:txBody>
          <a:bodyPr/>
          <a:lstStyle/>
          <a:p>
            <a:r>
              <a:rPr lang="en-US" dirty="0"/>
              <a:t>CLICK TO EDIT TITLE</a:t>
            </a:r>
          </a:p>
        </p:txBody>
      </p:sp>
      <p:sp>
        <p:nvSpPr>
          <p:cNvPr id="3" name="Content Placeholder 2">
            <a:extLst>
              <a:ext uri="{FF2B5EF4-FFF2-40B4-BE49-F238E27FC236}">
                <a16:creationId xmlns:a16="http://schemas.microsoft.com/office/drawing/2014/main" id="{BF8F5A6A-E29E-401A-801A-8FD9CAABA7A5}"/>
              </a:ext>
            </a:extLst>
          </p:cNvPr>
          <p:cNvSpPr>
            <a:spLocks noGrp="1"/>
          </p:cNvSpPr>
          <p:nvPr>
            <p:ph idx="1" hasCustomPrompt="1"/>
          </p:nvPr>
        </p:nvSpPr>
        <p:spPr>
          <a:xfrm>
            <a:off x="914401" y="2000292"/>
            <a:ext cx="3162299" cy="3409907"/>
          </a:xfrm>
        </p:spPr>
        <p:txBody>
          <a:bodyPr>
            <a:normAutofit/>
          </a:bodyPr>
          <a:lstStyle>
            <a:lvl1pPr marL="0" indent="0">
              <a:lnSpc>
                <a:spcPts val="2400"/>
              </a:lnSpc>
              <a:spcBef>
                <a:spcPts val="0"/>
              </a:spcBef>
              <a:buNone/>
              <a:defRPr sz="1800"/>
            </a:lvl1pPr>
            <a:lvl2pPr marL="457200" indent="0">
              <a:buNone/>
              <a:defRPr sz="1400"/>
            </a:lvl2pPr>
            <a:lvl3pPr marL="914400" indent="0">
              <a:buNone/>
              <a:defRPr sz="1400"/>
            </a:lvl3pPr>
            <a:lvl4pPr marL="1371600" indent="0">
              <a:buNone/>
              <a:defRPr sz="1400"/>
            </a:lvl4pPr>
            <a:lvl5pPr marL="1828800" indent="0">
              <a:buNone/>
              <a:defRPr sz="1400"/>
            </a:lvl5pPr>
          </a:lstStyle>
          <a:p>
            <a:pPr lvl="0"/>
            <a:r>
              <a:rPr lang="en-US" dirty="0"/>
              <a:t>Click to edit text</a:t>
            </a:r>
          </a:p>
        </p:txBody>
      </p:sp>
      <p:sp>
        <p:nvSpPr>
          <p:cNvPr id="4" name="Date Placeholder 3">
            <a:extLst>
              <a:ext uri="{FF2B5EF4-FFF2-40B4-BE49-F238E27FC236}">
                <a16:creationId xmlns:a16="http://schemas.microsoft.com/office/drawing/2014/main" id="{3EDAC16E-5725-4AC1-AB85-871F25D26688}"/>
              </a:ext>
            </a:extLst>
          </p:cNvPr>
          <p:cNvSpPr>
            <a:spLocks noGrp="1"/>
          </p:cNvSpPr>
          <p:nvPr>
            <p:ph type="dt" sz="half" idx="10"/>
          </p:nvPr>
        </p:nvSpPr>
        <p:spPr/>
        <p:txBody>
          <a:bodyPr/>
          <a:lstStyle/>
          <a:p>
            <a:r>
              <a:rPr lang="en-US" dirty="0"/>
              <a:t>7/14/20XX</a:t>
            </a:r>
          </a:p>
        </p:txBody>
      </p:sp>
      <p:sp>
        <p:nvSpPr>
          <p:cNvPr id="5" name="Footer Placeholder 4">
            <a:extLst>
              <a:ext uri="{FF2B5EF4-FFF2-40B4-BE49-F238E27FC236}">
                <a16:creationId xmlns:a16="http://schemas.microsoft.com/office/drawing/2014/main" id="{FD10B5D8-71E9-48DC-A04C-559359603CB0}"/>
              </a:ext>
            </a:extLst>
          </p:cNvPr>
          <p:cNvSpPr>
            <a:spLocks noGrp="1"/>
          </p:cNvSpPr>
          <p:nvPr>
            <p:ph type="ftr" sz="quarter" idx="11"/>
          </p:nvPr>
        </p:nvSpPr>
        <p:spPr/>
        <p:txBody>
          <a:bodyPr/>
          <a:lstStyle/>
          <a:p>
            <a:r>
              <a:rPr lang="en-US" dirty="0"/>
              <a:t>Pitch deck title</a:t>
            </a:r>
          </a:p>
        </p:txBody>
      </p:sp>
      <p:sp>
        <p:nvSpPr>
          <p:cNvPr id="6" name="Slide Number Placeholder 5">
            <a:extLst>
              <a:ext uri="{FF2B5EF4-FFF2-40B4-BE49-F238E27FC236}">
                <a16:creationId xmlns:a16="http://schemas.microsoft.com/office/drawing/2014/main" id="{A0FDD81F-9379-48E6-9B14-83486F920A39}"/>
              </a:ext>
            </a:extLst>
          </p:cNvPr>
          <p:cNvSpPr>
            <a:spLocks noGrp="1"/>
          </p:cNvSpPr>
          <p:nvPr>
            <p:ph type="sldNum" sz="quarter" idx="12"/>
          </p:nvPr>
        </p:nvSpPr>
        <p:spPr/>
        <p:txBody>
          <a:bodyPr/>
          <a:lstStyle/>
          <a:p>
            <a:fld id="{B5CEABB6-07DC-46E8-9B57-56EC44A396E5}" type="slidenum">
              <a:rPr lang="en-US" smtClean="0"/>
              <a:t>‹#›</a:t>
            </a:fld>
            <a:endParaRPr lang="en-US" dirty="0"/>
          </a:p>
        </p:txBody>
      </p:sp>
      <p:sp>
        <p:nvSpPr>
          <p:cNvPr id="11" name="Rectangle 10">
            <a:extLst>
              <a:ext uri="{FF2B5EF4-FFF2-40B4-BE49-F238E27FC236}">
                <a16:creationId xmlns:a16="http://schemas.microsoft.com/office/drawing/2014/main" id="{E5FFA2B6-6061-4DC2-8233-A48FB7AA8F27}"/>
              </a:ext>
              <a:ext uri="{C183D7F6-B498-43B3-948B-1728B52AA6E4}">
                <adec:decorative xmlns:adec="http://schemas.microsoft.com/office/drawing/2017/decorative" val="1"/>
              </a:ext>
            </a:extLst>
          </p:cNvPr>
          <p:cNvSpPr/>
          <p:nvPr userDrawn="1"/>
        </p:nvSpPr>
        <p:spPr>
          <a:xfrm>
            <a:off x="0" y="0"/>
            <a:ext cx="228600" cy="685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Text Placeholder 12">
            <a:extLst>
              <a:ext uri="{FF2B5EF4-FFF2-40B4-BE49-F238E27FC236}">
                <a16:creationId xmlns:a16="http://schemas.microsoft.com/office/drawing/2014/main" id="{4A219D8E-BB95-4BDA-98A2-097D1BFA7494}"/>
              </a:ext>
            </a:extLst>
          </p:cNvPr>
          <p:cNvSpPr>
            <a:spLocks noGrp="1"/>
          </p:cNvSpPr>
          <p:nvPr>
            <p:ph type="body" sz="quarter" idx="14" hasCustomPrompt="1"/>
          </p:nvPr>
        </p:nvSpPr>
        <p:spPr>
          <a:xfrm>
            <a:off x="5239512" y="5513832"/>
            <a:ext cx="6958584" cy="1371600"/>
          </a:xfrm>
        </p:spPr>
        <p:txBody>
          <a:bodyPr vert="horz" bIns="0" anchor="t">
            <a:noAutofit/>
          </a:bodyPr>
          <a:lstStyle>
            <a:lvl1pPr marL="0" indent="0" algn="r">
              <a:lnSpc>
                <a:spcPct val="100000"/>
              </a:lnSpc>
              <a:spcBef>
                <a:spcPts val="0"/>
              </a:spcBef>
              <a:buNone/>
              <a:defRPr sz="11000" cap="all" baseline="0">
                <a:solidFill>
                  <a:schemeClr val="bg1">
                    <a:lumMod val="95000"/>
                  </a:schemeClr>
                </a:solidFill>
                <a:latin typeface="Source Sans Pro ExtraLight" panose="020B0303030403020204" pitchFamily="34" charset="0"/>
                <a:ea typeface="Source Sans Pro ExtraLight" panose="020B0303030403020204" pitchFamily="34" charset="0"/>
              </a:defRPr>
            </a:lvl1pPr>
          </a:lstStyle>
          <a:p>
            <a:pPr lvl="0"/>
            <a:r>
              <a:rPr lang="en-US" dirty="0"/>
              <a:t>Benefits</a:t>
            </a:r>
          </a:p>
        </p:txBody>
      </p:sp>
    </p:spTree>
    <p:extLst>
      <p:ext uri="{BB962C8B-B14F-4D97-AF65-F5344CB8AC3E}">
        <p14:creationId xmlns:p14="http://schemas.microsoft.com/office/powerpoint/2010/main" val="2278487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ection Break">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05A412B8-4256-47AC-A275-1AC354C4C6E9}"/>
              </a:ext>
            </a:extLst>
          </p:cNvPr>
          <p:cNvSpPr>
            <a:spLocks noGrp="1"/>
          </p:cNvSpPr>
          <p:nvPr>
            <p:ph type="pic" sz="quarter" idx="13"/>
          </p:nvPr>
        </p:nvSpPr>
        <p:spPr>
          <a:xfrm>
            <a:off x="1524" y="0"/>
            <a:ext cx="12188952" cy="6858000"/>
          </a:xfrm>
          <a:custGeom>
            <a:avLst/>
            <a:gdLst>
              <a:gd name="connsiteX0" fmla="*/ 0 w 12188952"/>
              <a:gd name="connsiteY0" fmla="*/ 0 h 6858000"/>
              <a:gd name="connsiteX1" fmla="*/ 12188952 w 12188952"/>
              <a:gd name="connsiteY1" fmla="*/ 0 h 6858000"/>
              <a:gd name="connsiteX2" fmla="*/ 12188952 w 12188952"/>
              <a:gd name="connsiteY2" fmla="*/ 6858000 h 6858000"/>
              <a:gd name="connsiteX3" fmla="*/ 0 w 12188952"/>
              <a:gd name="connsiteY3" fmla="*/ 6858000 h 6858000"/>
              <a:gd name="connsiteX4" fmla="*/ 0 w 12188952"/>
              <a:gd name="connsiteY4" fmla="*/ 4926523 h 6858000"/>
              <a:gd name="connsiteX5" fmla="*/ 9142476 w 12188952"/>
              <a:gd name="connsiteY5" fmla="*/ 4926523 h 6858000"/>
              <a:gd name="connsiteX6" fmla="*/ 9142476 w 12188952"/>
              <a:gd name="connsiteY6" fmla="*/ 4697923 h 6858000"/>
              <a:gd name="connsiteX7" fmla="*/ 0 w 12188952"/>
              <a:gd name="connsiteY7" fmla="*/ 469792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88952" h="6858000">
                <a:moveTo>
                  <a:pt x="0" y="0"/>
                </a:moveTo>
                <a:lnTo>
                  <a:pt x="12188952" y="0"/>
                </a:lnTo>
                <a:lnTo>
                  <a:pt x="12188952" y="6858000"/>
                </a:lnTo>
                <a:lnTo>
                  <a:pt x="0" y="6858000"/>
                </a:lnTo>
                <a:lnTo>
                  <a:pt x="0" y="4926523"/>
                </a:lnTo>
                <a:lnTo>
                  <a:pt x="9142476" y="4926523"/>
                </a:lnTo>
                <a:lnTo>
                  <a:pt x="9142476" y="4697923"/>
                </a:lnTo>
                <a:lnTo>
                  <a:pt x="0" y="4697923"/>
                </a:lnTo>
                <a:close/>
              </a:path>
            </a:pathLst>
          </a:custGeom>
          <a:solidFill>
            <a:schemeClr val="accent6">
              <a:lumMod val="20000"/>
              <a:lumOff val="80000"/>
            </a:schemeClr>
          </a:solidFill>
        </p:spPr>
        <p:txBody>
          <a:bodyPr wrap="square">
            <a:noAutofit/>
          </a:bodyPr>
          <a:lstStyle/>
          <a:p>
            <a:r>
              <a:rPr lang="en-US"/>
              <a:t>Click icon to add picture</a:t>
            </a:r>
            <a:endParaRPr lang="en-US" dirty="0"/>
          </a:p>
        </p:txBody>
      </p:sp>
      <p:sp>
        <p:nvSpPr>
          <p:cNvPr id="2" name="Title 1">
            <a:extLst>
              <a:ext uri="{FF2B5EF4-FFF2-40B4-BE49-F238E27FC236}">
                <a16:creationId xmlns:a16="http://schemas.microsoft.com/office/drawing/2014/main" id="{9DE3D039-0A18-4031-8A63-D83666B066F6}"/>
              </a:ext>
            </a:extLst>
          </p:cNvPr>
          <p:cNvSpPr>
            <a:spLocks noGrp="1"/>
          </p:cNvSpPr>
          <p:nvPr>
            <p:ph type="title" hasCustomPrompt="1"/>
          </p:nvPr>
        </p:nvSpPr>
        <p:spPr>
          <a:xfrm>
            <a:off x="831850" y="5084064"/>
            <a:ext cx="8311896" cy="1049254"/>
          </a:xfrm>
        </p:spPr>
        <p:txBody>
          <a:bodyPr anchor="b">
            <a:normAutofit/>
          </a:bodyPr>
          <a:lstStyle>
            <a:lvl1pPr algn="r">
              <a:defRPr sz="4800">
                <a:solidFill>
                  <a:schemeClr val="bg1"/>
                </a:solidFill>
              </a:defRPr>
            </a:lvl1pPr>
          </a:lstStyle>
          <a:p>
            <a:r>
              <a:rPr lang="en-US" dirty="0"/>
              <a:t>CLICK TO EDIT TITLE</a:t>
            </a:r>
          </a:p>
        </p:txBody>
      </p:sp>
      <p:sp>
        <p:nvSpPr>
          <p:cNvPr id="4" name="Date Placeholder 3">
            <a:extLst>
              <a:ext uri="{FF2B5EF4-FFF2-40B4-BE49-F238E27FC236}">
                <a16:creationId xmlns:a16="http://schemas.microsoft.com/office/drawing/2014/main" id="{68EB05F6-A3ED-45AB-B103-D5E34BFD605F}"/>
              </a:ext>
            </a:extLst>
          </p:cNvPr>
          <p:cNvSpPr>
            <a:spLocks noGrp="1"/>
          </p:cNvSpPr>
          <p:nvPr>
            <p:ph type="dt" sz="half" idx="10"/>
          </p:nvPr>
        </p:nvSpPr>
        <p:spPr/>
        <p:txBody>
          <a:bodyPr/>
          <a:lstStyle/>
          <a:p>
            <a:r>
              <a:rPr lang="en-US" dirty="0"/>
              <a:t>7/14/20XX</a:t>
            </a:r>
          </a:p>
        </p:txBody>
      </p:sp>
      <p:sp>
        <p:nvSpPr>
          <p:cNvPr id="5" name="Footer Placeholder 4">
            <a:extLst>
              <a:ext uri="{FF2B5EF4-FFF2-40B4-BE49-F238E27FC236}">
                <a16:creationId xmlns:a16="http://schemas.microsoft.com/office/drawing/2014/main" id="{2F029C1C-740D-4213-96FE-1FAA3072FF83}"/>
              </a:ext>
            </a:extLst>
          </p:cNvPr>
          <p:cNvSpPr>
            <a:spLocks noGrp="1"/>
          </p:cNvSpPr>
          <p:nvPr>
            <p:ph type="ftr" sz="quarter" idx="11"/>
          </p:nvPr>
        </p:nvSpPr>
        <p:spPr/>
        <p:txBody>
          <a:bodyPr/>
          <a:lstStyle/>
          <a:p>
            <a:r>
              <a:rPr lang="en-US" dirty="0"/>
              <a:t>Pitch deck title</a:t>
            </a:r>
          </a:p>
        </p:txBody>
      </p:sp>
      <p:sp>
        <p:nvSpPr>
          <p:cNvPr id="6" name="Slide Number Placeholder 5">
            <a:extLst>
              <a:ext uri="{FF2B5EF4-FFF2-40B4-BE49-F238E27FC236}">
                <a16:creationId xmlns:a16="http://schemas.microsoft.com/office/drawing/2014/main" id="{F54E8801-7449-48B4-8D64-BCE20D0831C9}"/>
              </a:ext>
            </a:extLst>
          </p:cNvPr>
          <p:cNvSpPr>
            <a:spLocks noGrp="1"/>
          </p:cNvSpPr>
          <p:nvPr>
            <p:ph type="sldNum" sz="quarter" idx="12"/>
          </p:nvPr>
        </p:nvSpPr>
        <p:spPr/>
        <p:txBody>
          <a:bodyPr/>
          <a:lstStyle/>
          <a:p>
            <a:fld id="{B5CEABB6-07DC-46E8-9B57-56EC44A396E5}" type="slidenum">
              <a:rPr lang="en-US" smtClean="0"/>
              <a:t>‹#›</a:t>
            </a:fld>
            <a:endParaRPr lang="en-US" dirty="0"/>
          </a:p>
        </p:txBody>
      </p:sp>
      <p:sp>
        <p:nvSpPr>
          <p:cNvPr id="10" name="Rectangle 9">
            <a:extLst>
              <a:ext uri="{FF2B5EF4-FFF2-40B4-BE49-F238E27FC236}">
                <a16:creationId xmlns:a16="http://schemas.microsoft.com/office/drawing/2014/main" id="{2DBCBD4E-87D0-4BA6-A1B4-3DC9452A36AB}"/>
              </a:ext>
              <a:ext uri="{C183D7F6-B498-43B3-948B-1728B52AA6E4}">
                <adec:decorative xmlns:adec="http://schemas.microsoft.com/office/drawing/2017/decorative" val="1"/>
              </a:ext>
            </a:extLst>
          </p:cNvPr>
          <p:cNvSpPr/>
          <p:nvPr userDrawn="1"/>
        </p:nvSpPr>
        <p:spPr>
          <a:xfrm>
            <a:off x="0" y="4697923"/>
            <a:ext cx="9144000" cy="2286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5916592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Business Model">
    <p:spTree>
      <p:nvGrpSpPr>
        <p:cNvPr id="1" name=""/>
        <p:cNvGrpSpPr/>
        <p:nvPr/>
      </p:nvGrpSpPr>
      <p:grpSpPr>
        <a:xfrm>
          <a:off x="0" y="0"/>
          <a:ext cx="0" cy="0"/>
          <a:chOff x="0" y="0"/>
          <a:chExt cx="0" cy="0"/>
        </a:xfrm>
      </p:grpSpPr>
      <p:sp>
        <p:nvSpPr>
          <p:cNvPr id="25" name="Picture Placeholder 24">
            <a:extLst>
              <a:ext uri="{FF2B5EF4-FFF2-40B4-BE49-F238E27FC236}">
                <a16:creationId xmlns:a16="http://schemas.microsoft.com/office/drawing/2014/main" id="{B695704B-E527-4A3C-9B8B-CDEB8724F0F9}"/>
              </a:ext>
            </a:extLst>
          </p:cNvPr>
          <p:cNvSpPr>
            <a:spLocks noGrp="1"/>
          </p:cNvSpPr>
          <p:nvPr>
            <p:ph type="pic" sz="quarter" idx="13"/>
          </p:nvPr>
        </p:nvSpPr>
        <p:spPr>
          <a:xfrm>
            <a:off x="1524" y="0"/>
            <a:ext cx="12188952" cy="6858000"/>
          </a:xfrm>
          <a:custGeom>
            <a:avLst/>
            <a:gdLst>
              <a:gd name="connsiteX0" fmla="*/ 7789164 w 12188952"/>
              <a:gd name="connsiteY0" fmla="*/ 2258568 h 6858000"/>
              <a:gd name="connsiteX1" fmla="*/ 7789164 w 12188952"/>
              <a:gd name="connsiteY1" fmla="*/ 2487168 h 6858000"/>
              <a:gd name="connsiteX2" fmla="*/ 10715244 w 12188952"/>
              <a:gd name="connsiteY2" fmla="*/ 2487168 h 6858000"/>
              <a:gd name="connsiteX3" fmla="*/ 10715244 w 12188952"/>
              <a:gd name="connsiteY3" fmla="*/ 2258568 h 6858000"/>
              <a:gd name="connsiteX4" fmla="*/ 4634484 w 12188952"/>
              <a:gd name="connsiteY4" fmla="*/ 2258568 h 6858000"/>
              <a:gd name="connsiteX5" fmla="*/ 4634484 w 12188952"/>
              <a:gd name="connsiteY5" fmla="*/ 2487168 h 6858000"/>
              <a:gd name="connsiteX6" fmla="*/ 7560564 w 12188952"/>
              <a:gd name="connsiteY6" fmla="*/ 2487168 h 6858000"/>
              <a:gd name="connsiteX7" fmla="*/ 7560564 w 12188952"/>
              <a:gd name="connsiteY7" fmla="*/ 2258568 h 6858000"/>
              <a:gd name="connsiteX8" fmla="*/ 1443228 w 12188952"/>
              <a:gd name="connsiteY8" fmla="*/ 2258568 h 6858000"/>
              <a:gd name="connsiteX9" fmla="*/ 1443228 w 12188952"/>
              <a:gd name="connsiteY9" fmla="*/ 2487168 h 6858000"/>
              <a:gd name="connsiteX10" fmla="*/ 4369308 w 12188952"/>
              <a:gd name="connsiteY10" fmla="*/ 2487168 h 6858000"/>
              <a:gd name="connsiteX11" fmla="*/ 4369308 w 12188952"/>
              <a:gd name="connsiteY11" fmla="*/ 2258568 h 6858000"/>
              <a:gd name="connsiteX12" fmla="*/ 0 w 12188952"/>
              <a:gd name="connsiteY12" fmla="*/ 0 h 6858000"/>
              <a:gd name="connsiteX13" fmla="*/ 12188952 w 12188952"/>
              <a:gd name="connsiteY13" fmla="*/ 0 h 6858000"/>
              <a:gd name="connsiteX14" fmla="*/ 12188952 w 12188952"/>
              <a:gd name="connsiteY14" fmla="*/ 6858000 h 6858000"/>
              <a:gd name="connsiteX15" fmla="*/ 0 w 12188952"/>
              <a:gd name="connsiteY15"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88952" h="6858000">
                <a:moveTo>
                  <a:pt x="7789164" y="2258568"/>
                </a:moveTo>
                <a:lnTo>
                  <a:pt x="7789164" y="2487168"/>
                </a:lnTo>
                <a:lnTo>
                  <a:pt x="10715244" y="2487168"/>
                </a:lnTo>
                <a:lnTo>
                  <a:pt x="10715244" y="2258568"/>
                </a:lnTo>
                <a:close/>
                <a:moveTo>
                  <a:pt x="4634484" y="2258568"/>
                </a:moveTo>
                <a:lnTo>
                  <a:pt x="4634484" y="2487168"/>
                </a:lnTo>
                <a:lnTo>
                  <a:pt x="7560564" y="2487168"/>
                </a:lnTo>
                <a:lnTo>
                  <a:pt x="7560564" y="2258568"/>
                </a:lnTo>
                <a:close/>
                <a:moveTo>
                  <a:pt x="1443228" y="2258568"/>
                </a:moveTo>
                <a:lnTo>
                  <a:pt x="1443228" y="2487168"/>
                </a:lnTo>
                <a:lnTo>
                  <a:pt x="4369308" y="2487168"/>
                </a:lnTo>
                <a:lnTo>
                  <a:pt x="4369308" y="2258568"/>
                </a:lnTo>
                <a:close/>
                <a:moveTo>
                  <a:pt x="0" y="0"/>
                </a:moveTo>
                <a:lnTo>
                  <a:pt x="12188952" y="0"/>
                </a:lnTo>
                <a:lnTo>
                  <a:pt x="12188952" y="6858000"/>
                </a:lnTo>
                <a:lnTo>
                  <a:pt x="0" y="6858000"/>
                </a:lnTo>
                <a:close/>
              </a:path>
            </a:pathLst>
          </a:custGeom>
          <a:solidFill>
            <a:schemeClr val="accent6">
              <a:lumMod val="20000"/>
              <a:lumOff val="80000"/>
            </a:schemeClr>
          </a:solidFill>
        </p:spPr>
        <p:txBody>
          <a:bodyPr wrap="square">
            <a:noAutofit/>
          </a:bodyPr>
          <a:lstStyle/>
          <a:p>
            <a:r>
              <a:rPr lang="en-US"/>
              <a:t>Click icon to add picture</a:t>
            </a:r>
            <a:endParaRPr lang="en-US" dirty="0"/>
          </a:p>
        </p:txBody>
      </p:sp>
      <p:sp>
        <p:nvSpPr>
          <p:cNvPr id="2" name="Title 1">
            <a:extLst>
              <a:ext uri="{FF2B5EF4-FFF2-40B4-BE49-F238E27FC236}">
                <a16:creationId xmlns:a16="http://schemas.microsoft.com/office/drawing/2014/main" id="{5FC626A5-4FF6-42BD-858A-AE4B2C23A6BC}"/>
              </a:ext>
            </a:extLst>
          </p:cNvPr>
          <p:cNvSpPr>
            <a:spLocks noGrp="1"/>
          </p:cNvSpPr>
          <p:nvPr>
            <p:ph type="title"/>
          </p:nvPr>
        </p:nvSpPr>
        <p:spPr/>
        <p:txBody>
          <a:bodyPr/>
          <a:lstStyle>
            <a:lvl1pPr algn="ctr">
              <a:defRPr>
                <a:solidFill>
                  <a:schemeClr val="bg1"/>
                </a:solidFill>
              </a:defRPr>
            </a:lvl1pPr>
          </a:lstStyle>
          <a:p>
            <a:r>
              <a:rPr lang="en-US"/>
              <a:t>Click to edit Master title style</a:t>
            </a:r>
            <a:endParaRPr lang="en-ZA" dirty="0"/>
          </a:p>
        </p:txBody>
      </p:sp>
      <p:sp>
        <p:nvSpPr>
          <p:cNvPr id="6" name="Footer Placeholder 5">
            <a:extLst>
              <a:ext uri="{FF2B5EF4-FFF2-40B4-BE49-F238E27FC236}">
                <a16:creationId xmlns:a16="http://schemas.microsoft.com/office/drawing/2014/main" id="{29E5E346-F307-4307-949D-77CDB6E6577A}"/>
              </a:ext>
            </a:extLst>
          </p:cNvPr>
          <p:cNvSpPr>
            <a:spLocks noGrp="1"/>
          </p:cNvSpPr>
          <p:nvPr>
            <p:ph type="ftr" sz="quarter" idx="10"/>
          </p:nvPr>
        </p:nvSpPr>
        <p:spPr/>
        <p:txBody>
          <a:bodyPr/>
          <a:lstStyle>
            <a:lvl1pPr>
              <a:defRPr>
                <a:solidFill>
                  <a:schemeClr val="bg1"/>
                </a:solidFill>
              </a:defRPr>
            </a:lvl1pPr>
          </a:lstStyle>
          <a:p>
            <a:r>
              <a:rPr lang="en-ZA" dirty="0"/>
              <a:t>Pitch deck title</a:t>
            </a:r>
          </a:p>
        </p:txBody>
      </p:sp>
      <p:sp>
        <p:nvSpPr>
          <p:cNvPr id="7" name="Slide Number Placeholder 6">
            <a:extLst>
              <a:ext uri="{FF2B5EF4-FFF2-40B4-BE49-F238E27FC236}">
                <a16:creationId xmlns:a16="http://schemas.microsoft.com/office/drawing/2014/main" id="{BB4446C0-A637-4726-88A6-815A6AB63B96}"/>
              </a:ext>
            </a:extLst>
          </p:cNvPr>
          <p:cNvSpPr>
            <a:spLocks noGrp="1"/>
          </p:cNvSpPr>
          <p:nvPr>
            <p:ph type="sldNum" sz="quarter" idx="11"/>
          </p:nvPr>
        </p:nvSpPr>
        <p:spPr/>
        <p:txBody>
          <a:bodyPr/>
          <a:lstStyle>
            <a:lvl1pPr>
              <a:defRPr>
                <a:solidFill>
                  <a:schemeClr val="bg1"/>
                </a:solidFill>
              </a:defRPr>
            </a:lvl1pPr>
          </a:lstStyle>
          <a:p>
            <a:fld id="{19B51A1E-902D-48AF-9020-955120F399B6}" type="slidenum">
              <a:rPr lang="en-ZA" smtClean="0"/>
              <a:pPr/>
              <a:t>‹#›</a:t>
            </a:fld>
            <a:endParaRPr lang="en-ZA" dirty="0"/>
          </a:p>
        </p:txBody>
      </p:sp>
      <p:sp>
        <p:nvSpPr>
          <p:cNvPr id="9" name="Text Placeholder 8">
            <a:extLst>
              <a:ext uri="{FF2B5EF4-FFF2-40B4-BE49-F238E27FC236}">
                <a16:creationId xmlns:a16="http://schemas.microsoft.com/office/drawing/2014/main" id="{07F18567-9326-411F-BA8D-561D58C7DD91}"/>
              </a:ext>
            </a:extLst>
          </p:cNvPr>
          <p:cNvSpPr>
            <a:spLocks noGrp="1"/>
          </p:cNvSpPr>
          <p:nvPr>
            <p:ph type="body" sz="quarter" idx="33" hasCustomPrompt="1"/>
          </p:nvPr>
        </p:nvSpPr>
        <p:spPr>
          <a:xfrm>
            <a:off x="1444752" y="2487165"/>
            <a:ext cx="2926080" cy="2714379"/>
          </a:xfrm>
          <a:solidFill>
            <a:schemeClr val="bg1">
              <a:alpha val="85000"/>
            </a:schemeClr>
          </a:solidFill>
        </p:spPr>
        <p:txBody>
          <a:bodyPr tIns="429768">
            <a:noAutofit/>
          </a:bodyPr>
          <a:lstStyle>
            <a:lvl1pPr marL="0" indent="0" algn="ctr">
              <a:buFont typeface="Arial" panose="020B0604020202020204" pitchFamily="34" charset="0"/>
              <a:buNone/>
              <a:defRPr sz="1800" cap="all" baseline="0">
                <a:solidFill>
                  <a:schemeClr val="accent1"/>
                </a:solidFill>
                <a:latin typeface="+mj-lt"/>
              </a:defRPr>
            </a:lvl1pPr>
          </a:lstStyle>
          <a:p>
            <a:pPr lvl="0"/>
            <a:r>
              <a:rPr lang="en-US" dirty="0"/>
              <a:t>Bullet 2</a:t>
            </a:r>
            <a:endParaRPr lang="en-ZA" dirty="0"/>
          </a:p>
        </p:txBody>
      </p:sp>
      <p:sp>
        <p:nvSpPr>
          <p:cNvPr id="10" name="Text Placeholder 10">
            <a:extLst>
              <a:ext uri="{FF2B5EF4-FFF2-40B4-BE49-F238E27FC236}">
                <a16:creationId xmlns:a16="http://schemas.microsoft.com/office/drawing/2014/main" id="{39809F78-EA1B-4C23-A53E-7DE8B4A6AE1D}"/>
              </a:ext>
            </a:extLst>
          </p:cNvPr>
          <p:cNvSpPr>
            <a:spLocks noGrp="1"/>
          </p:cNvSpPr>
          <p:nvPr>
            <p:ph type="body" sz="quarter" idx="34" hasCustomPrompt="1"/>
          </p:nvPr>
        </p:nvSpPr>
        <p:spPr>
          <a:xfrm>
            <a:off x="1673352" y="3374136"/>
            <a:ext cx="2468880" cy="1371600"/>
          </a:xfrm>
        </p:spPr>
        <p:txBody>
          <a:bodyPr/>
          <a:lstStyle>
            <a:lvl1pPr marL="0" indent="0" algn="ctr">
              <a:lnSpc>
                <a:spcPts val="2200"/>
              </a:lnSpc>
              <a:spcBef>
                <a:spcPts val="0"/>
              </a:spcBef>
              <a:buNone/>
              <a:defRPr sz="1400">
                <a:solidFill>
                  <a:schemeClr val="tx1"/>
                </a:solidFill>
              </a:defRPr>
            </a:lvl1pPr>
          </a:lstStyle>
          <a:p>
            <a:pPr lvl="0"/>
            <a:r>
              <a:rPr lang="en-US" dirty="0"/>
              <a:t>Bullet Description</a:t>
            </a:r>
            <a:endParaRPr lang="en-ZA" dirty="0"/>
          </a:p>
        </p:txBody>
      </p:sp>
      <p:sp>
        <p:nvSpPr>
          <p:cNvPr id="11" name="Text Placeholder 8">
            <a:extLst>
              <a:ext uri="{FF2B5EF4-FFF2-40B4-BE49-F238E27FC236}">
                <a16:creationId xmlns:a16="http://schemas.microsoft.com/office/drawing/2014/main" id="{97E7DC10-1618-471B-9441-C640C7FEDD37}"/>
              </a:ext>
            </a:extLst>
          </p:cNvPr>
          <p:cNvSpPr>
            <a:spLocks noGrp="1"/>
          </p:cNvSpPr>
          <p:nvPr>
            <p:ph type="body" sz="quarter" idx="35" hasCustomPrompt="1"/>
          </p:nvPr>
        </p:nvSpPr>
        <p:spPr>
          <a:xfrm>
            <a:off x="4636008" y="2487165"/>
            <a:ext cx="2926080" cy="2715768"/>
          </a:xfrm>
          <a:solidFill>
            <a:schemeClr val="bg1">
              <a:alpha val="85000"/>
            </a:schemeClr>
          </a:solidFill>
        </p:spPr>
        <p:txBody>
          <a:bodyPr tIns="429768"/>
          <a:lstStyle>
            <a:lvl1pPr marL="0" indent="0" algn="ctr">
              <a:buFont typeface="Arial" panose="020B0604020202020204" pitchFamily="34" charset="0"/>
              <a:buNone/>
              <a:defRPr sz="1800" cap="all" baseline="0">
                <a:solidFill>
                  <a:schemeClr val="accent1"/>
                </a:solidFill>
                <a:latin typeface="+mj-lt"/>
              </a:defRPr>
            </a:lvl1pPr>
          </a:lstStyle>
          <a:p>
            <a:pPr lvl="0"/>
            <a:r>
              <a:rPr lang="en-US" dirty="0"/>
              <a:t>Bullet 3</a:t>
            </a:r>
            <a:endParaRPr lang="en-ZA" dirty="0"/>
          </a:p>
        </p:txBody>
      </p:sp>
      <p:sp>
        <p:nvSpPr>
          <p:cNvPr id="12" name="Text Placeholder 10">
            <a:extLst>
              <a:ext uri="{FF2B5EF4-FFF2-40B4-BE49-F238E27FC236}">
                <a16:creationId xmlns:a16="http://schemas.microsoft.com/office/drawing/2014/main" id="{20AEB661-858B-44C9-9484-E540E04AD365}"/>
              </a:ext>
            </a:extLst>
          </p:cNvPr>
          <p:cNvSpPr>
            <a:spLocks noGrp="1"/>
          </p:cNvSpPr>
          <p:nvPr>
            <p:ph type="body" sz="quarter" idx="36" hasCustomPrompt="1"/>
          </p:nvPr>
        </p:nvSpPr>
        <p:spPr>
          <a:xfrm>
            <a:off x="4873775" y="3374136"/>
            <a:ext cx="2468880" cy="1371600"/>
          </a:xfrm>
        </p:spPr>
        <p:txBody>
          <a:bodyPr/>
          <a:lstStyle>
            <a:lvl1pPr marL="0" indent="0" algn="ctr">
              <a:lnSpc>
                <a:spcPts val="2200"/>
              </a:lnSpc>
              <a:spcBef>
                <a:spcPts val="0"/>
              </a:spcBef>
              <a:buNone/>
              <a:defRPr sz="1400">
                <a:solidFill>
                  <a:schemeClr val="tx1"/>
                </a:solidFill>
              </a:defRPr>
            </a:lvl1pPr>
          </a:lstStyle>
          <a:p>
            <a:pPr lvl="0"/>
            <a:r>
              <a:rPr lang="en-US" dirty="0"/>
              <a:t>Bullet Description</a:t>
            </a:r>
            <a:endParaRPr lang="en-ZA" dirty="0"/>
          </a:p>
        </p:txBody>
      </p:sp>
      <p:sp>
        <p:nvSpPr>
          <p:cNvPr id="13" name="Text Placeholder 8">
            <a:extLst>
              <a:ext uri="{FF2B5EF4-FFF2-40B4-BE49-F238E27FC236}">
                <a16:creationId xmlns:a16="http://schemas.microsoft.com/office/drawing/2014/main" id="{FDB26B40-5901-4EF0-BCF0-55677E28B176}"/>
              </a:ext>
            </a:extLst>
          </p:cNvPr>
          <p:cNvSpPr>
            <a:spLocks noGrp="1"/>
          </p:cNvSpPr>
          <p:nvPr>
            <p:ph type="body" sz="quarter" idx="37" hasCustomPrompt="1"/>
          </p:nvPr>
        </p:nvSpPr>
        <p:spPr>
          <a:xfrm>
            <a:off x="7790688" y="2487165"/>
            <a:ext cx="2926080" cy="2715768"/>
          </a:xfrm>
          <a:solidFill>
            <a:schemeClr val="bg1">
              <a:alpha val="85000"/>
            </a:schemeClr>
          </a:solidFill>
        </p:spPr>
        <p:txBody>
          <a:bodyPr tIns="429768"/>
          <a:lstStyle>
            <a:lvl1pPr marL="0" indent="0" algn="ctr">
              <a:buFont typeface="Arial" panose="020B0604020202020204" pitchFamily="34" charset="0"/>
              <a:buNone/>
              <a:defRPr sz="1800" cap="all" baseline="0">
                <a:solidFill>
                  <a:schemeClr val="accent1"/>
                </a:solidFill>
                <a:latin typeface="+mj-lt"/>
              </a:defRPr>
            </a:lvl1pPr>
          </a:lstStyle>
          <a:p>
            <a:pPr lvl="0"/>
            <a:r>
              <a:rPr lang="en-US" dirty="0"/>
              <a:t>Bullet 4</a:t>
            </a:r>
            <a:endParaRPr lang="en-ZA" dirty="0"/>
          </a:p>
        </p:txBody>
      </p:sp>
      <p:sp>
        <p:nvSpPr>
          <p:cNvPr id="14" name="Text Placeholder 10">
            <a:extLst>
              <a:ext uri="{FF2B5EF4-FFF2-40B4-BE49-F238E27FC236}">
                <a16:creationId xmlns:a16="http://schemas.microsoft.com/office/drawing/2014/main" id="{CCEAE0AB-74EC-4097-A534-A578F1097938}"/>
              </a:ext>
            </a:extLst>
          </p:cNvPr>
          <p:cNvSpPr>
            <a:spLocks noGrp="1"/>
          </p:cNvSpPr>
          <p:nvPr>
            <p:ph type="body" sz="quarter" idx="38" hasCustomPrompt="1"/>
          </p:nvPr>
        </p:nvSpPr>
        <p:spPr>
          <a:xfrm>
            <a:off x="8019288" y="3374136"/>
            <a:ext cx="2468880" cy="1371600"/>
          </a:xfrm>
        </p:spPr>
        <p:txBody>
          <a:bodyPr/>
          <a:lstStyle>
            <a:lvl1pPr marL="0" indent="0" algn="ctr">
              <a:lnSpc>
                <a:spcPts val="2200"/>
              </a:lnSpc>
              <a:spcBef>
                <a:spcPts val="0"/>
              </a:spcBef>
              <a:buNone/>
              <a:defRPr sz="1400">
                <a:solidFill>
                  <a:schemeClr val="tx1"/>
                </a:solidFill>
              </a:defRPr>
            </a:lvl1pPr>
          </a:lstStyle>
          <a:p>
            <a:pPr lvl="0"/>
            <a:r>
              <a:rPr lang="en-US" dirty="0"/>
              <a:t>Bullet Description</a:t>
            </a:r>
            <a:endParaRPr lang="en-ZA" dirty="0"/>
          </a:p>
        </p:txBody>
      </p:sp>
      <p:sp>
        <p:nvSpPr>
          <p:cNvPr id="16" name="Date Placeholder 4">
            <a:extLst>
              <a:ext uri="{FF2B5EF4-FFF2-40B4-BE49-F238E27FC236}">
                <a16:creationId xmlns:a16="http://schemas.microsoft.com/office/drawing/2014/main" id="{C0256D1E-8A29-4C0A-8641-E823E877CF86}"/>
              </a:ext>
            </a:extLst>
          </p:cNvPr>
          <p:cNvSpPr>
            <a:spLocks noGrp="1"/>
          </p:cNvSpPr>
          <p:nvPr>
            <p:ph type="dt" sz="half" idx="39"/>
          </p:nvPr>
        </p:nvSpPr>
        <p:spPr>
          <a:xfrm>
            <a:off x="838200" y="6356350"/>
            <a:ext cx="2743200" cy="365125"/>
          </a:xfrm>
        </p:spPr>
        <p:txBody>
          <a:bodyPr/>
          <a:lstStyle>
            <a:lvl1pPr>
              <a:defRPr>
                <a:solidFill>
                  <a:schemeClr val="bg1"/>
                </a:solidFill>
              </a:defRPr>
            </a:lvl1pPr>
          </a:lstStyle>
          <a:p>
            <a:r>
              <a:rPr lang="en-US" dirty="0"/>
              <a:t>7/14/20XX</a:t>
            </a:r>
          </a:p>
        </p:txBody>
      </p:sp>
      <p:sp>
        <p:nvSpPr>
          <p:cNvPr id="26" name="Rectangle 25">
            <a:extLst>
              <a:ext uri="{FF2B5EF4-FFF2-40B4-BE49-F238E27FC236}">
                <a16:creationId xmlns:a16="http://schemas.microsoft.com/office/drawing/2014/main" id="{370B45ED-DCCD-4701-9ACC-9C83B74D1710}"/>
              </a:ext>
              <a:ext uri="{C183D7F6-B498-43B3-948B-1728B52AA6E4}">
                <adec:decorative xmlns:adec="http://schemas.microsoft.com/office/drawing/2017/decorative" val="1"/>
              </a:ext>
            </a:extLst>
          </p:cNvPr>
          <p:cNvSpPr/>
          <p:nvPr userDrawn="1"/>
        </p:nvSpPr>
        <p:spPr>
          <a:xfrm>
            <a:off x="1444752" y="2258568"/>
            <a:ext cx="2926080" cy="2286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Rectangle 26">
            <a:extLst>
              <a:ext uri="{FF2B5EF4-FFF2-40B4-BE49-F238E27FC236}">
                <a16:creationId xmlns:a16="http://schemas.microsoft.com/office/drawing/2014/main" id="{09508955-3B0C-44CA-B1F9-AD0E70CDB035}"/>
              </a:ext>
              <a:ext uri="{C183D7F6-B498-43B3-948B-1728B52AA6E4}">
                <adec:decorative xmlns:adec="http://schemas.microsoft.com/office/drawing/2017/decorative" val="1"/>
              </a:ext>
            </a:extLst>
          </p:cNvPr>
          <p:cNvSpPr/>
          <p:nvPr userDrawn="1"/>
        </p:nvSpPr>
        <p:spPr>
          <a:xfrm>
            <a:off x="4636008" y="2258568"/>
            <a:ext cx="2926080" cy="2286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 name="Rectangle 27">
            <a:extLst>
              <a:ext uri="{FF2B5EF4-FFF2-40B4-BE49-F238E27FC236}">
                <a16:creationId xmlns:a16="http://schemas.microsoft.com/office/drawing/2014/main" id="{8612ACAA-EEDE-4C74-AF6C-6A7D06F73BAB}"/>
              </a:ext>
              <a:ext uri="{C183D7F6-B498-43B3-948B-1728B52AA6E4}">
                <adec:decorative xmlns:adec="http://schemas.microsoft.com/office/drawing/2017/decorative" val="1"/>
              </a:ext>
            </a:extLst>
          </p:cNvPr>
          <p:cNvSpPr/>
          <p:nvPr userDrawn="1"/>
        </p:nvSpPr>
        <p:spPr>
          <a:xfrm>
            <a:off x="7790688" y="2258568"/>
            <a:ext cx="2926080" cy="2286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6860284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Market overview">
    <p:spTree>
      <p:nvGrpSpPr>
        <p:cNvPr id="1" name=""/>
        <p:cNvGrpSpPr/>
        <p:nvPr/>
      </p:nvGrpSpPr>
      <p:grpSpPr>
        <a:xfrm>
          <a:off x="0" y="0"/>
          <a:ext cx="0" cy="0"/>
          <a:chOff x="0" y="0"/>
          <a:chExt cx="0" cy="0"/>
        </a:xfrm>
      </p:grpSpPr>
      <p:sp>
        <p:nvSpPr>
          <p:cNvPr id="22" name="Picture Placeholder 10">
            <a:extLst>
              <a:ext uri="{FF2B5EF4-FFF2-40B4-BE49-F238E27FC236}">
                <a16:creationId xmlns:a16="http://schemas.microsoft.com/office/drawing/2014/main" id="{27AEA2E6-E265-44DE-9F3F-657ECFF5D138}"/>
              </a:ext>
            </a:extLst>
          </p:cNvPr>
          <p:cNvSpPr>
            <a:spLocks noGrp="1"/>
          </p:cNvSpPr>
          <p:nvPr>
            <p:ph type="pic" sz="quarter" idx="34"/>
          </p:nvPr>
        </p:nvSpPr>
        <p:spPr>
          <a:xfrm>
            <a:off x="1524" y="0"/>
            <a:ext cx="12188952" cy="6858000"/>
          </a:xfrm>
          <a:solidFill>
            <a:schemeClr val="accent6">
              <a:lumMod val="20000"/>
              <a:lumOff val="80000"/>
            </a:schemeClr>
          </a:solidFill>
        </p:spPr>
        <p:txBody>
          <a:bodyPr/>
          <a:lstStyle/>
          <a:p>
            <a:r>
              <a:rPr lang="en-US"/>
              <a:t>Click icon to add picture</a:t>
            </a:r>
            <a:endParaRPr lang="en-US" dirty="0"/>
          </a:p>
        </p:txBody>
      </p:sp>
      <p:sp>
        <p:nvSpPr>
          <p:cNvPr id="5" name="Text Placeholder 4">
            <a:extLst>
              <a:ext uri="{FF2B5EF4-FFF2-40B4-BE49-F238E27FC236}">
                <a16:creationId xmlns:a16="http://schemas.microsoft.com/office/drawing/2014/main" id="{1C37569F-733B-494F-B7CB-231805209077}"/>
              </a:ext>
            </a:extLst>
          </p:cNvPr>
          <p:cNvSpPr>
            <a:spLocks noGrp="1"/>
          </p:cNvSpPr>
          <p:nvPr>
            <p:ph type="body" sz="quarter" idx="39" hasCustomPrompt="1"/>
          </p:nvPr>
        </p:nvSpPr>
        <p:spPr>
          <a:xfrm>
            <a:off x="0" y="2258568"/>
            <a:ext cx="12190476" cy="2743200"/>
          </a:xfrm>
          <a:solidFill>
            <a:schemeClr val="accent2">
              <a:alpha val="95000"/>
            </a:schemeClr>
          </a:solidFill>
        </p:spPr>
        <p:txBody>
          <a:bodyPr/>
          <a:lstStyle>
            <a:lvl1pPr marL="0" indent="0">
              <a:buNone/>
              <a:defRPr/>
            </a:lvl1pPr>
          </a:lstStyle>
          <a:p>
            <a:pPr lvl="0"/>
            <a:r>
              <a:rPr lang="en-US" dirty="0"/>
              <a:t> </a:t>
            </a:r>
          </a:p>
        </p:txBody>
      </p:sp>
      <p:sp>
        <p:nvSpPr>
          <p:cNvPr id="2" name="Title 1">
            <a:extLst>
              <a:ext uri="{FF2B5EF4-FFF2-40B4-BE49-F238E27FC236}">
                <a16:creationId xmlns:a16="http://schemas.microsoft.com/office/drawing/2014/main" id="{5FC626A5-4FF6-42BD-858A-AE4B2C23A6BC}"/>
              </a:ext>
            </a:extLst>
          </p:cNvPr>
          <p:cNvSpPr>
            <a:spLocks noGrp="1"/>
          </p:cNvSpPr>
          <p:nvPr>
            <p:ph type="title" hasCustomPrompt="1"/>
          </p:nvPr>
        </p:nvSpPr>
        <p:spPr/>
        <p:txBody>
          <a:bodyPr/>
          <a:lstStyle>
            <a:lvl1pPr algn="ctr">
              <a:defRPr>
                <a:solidFill>
                  <a:schemeClr val="bg1"/>
                </a:solidFill>
              </a:defRPr>
            </a:lvl1pPr>
          </a:lstStyle>
          <a:p>
            <a:r>
              <a:rPr lang="en-US" dirty="0"/>
              <a:t>CLICK TO EDIT MASTER TITLE STYLE</a:t>
            </a:r>
            <a:endParaRPr lang="en-ZA" dirty="0"/>
          </a:p>
        </p:txBody>
      </p:sp>
      <p:sp>
        <p:nvSpPr>
          <p:cNvPr id="6" name="Footer Placeholder 5">
            <a:extLst>
              <a:ext uri="{FF2B5EF4-FFF2-40B4-BE49-F238E27FC236}">
                <a16:creationId xmlns:a16="http://schemas.microsoft.com/office/drawing/2014/main" id="{29E5E346-F307-4307-949D-77CDB6E6577A}"/>
              </a:ext>
            </a:extLst>
          </p:cNvPr>
          <p:cNvSpPr>
            <a:spLocks noGrp="1"/>
          </p:cNvSpPr>
          <p:nvPr>
            <p:ph type="ftr" sz="quarter" idx="10"/>
          </p:nvPr>
        </p:nvSpPr>
        <p:spPr/>
        <p:txBody>
          <a:bodyPr/>
          <a:lstStyle>
            <a:lvl1pPr>
              <a:defRPr>
                <a:solidFill>
                  <a:schemeClr val="bg1"/>
                </a:solidFill>
              </a:defRPr>
            </a:lvl1pPr>
          </a:lstStyle>
          <a:p>
            <a:r>
              <a:rPr lang="en-ZA" dirty="0"/>
              <a:t>Pitch deck title</a:t>
            </a:r>
          </a:p>
        </p:txBody>
      </p:sp>
      <p:sp>
        <p:nvSpPr>
          <p:cNvPr id="7" name="Slide Number Placeholder 6">
            <a:extLst>
              <a:ext uri="{FF2B5EF4-FFF2-40B4-BE49-F238E27FC236}">
                <a16:creationId xmlns:a16="http://schemas.microsoft.com/office/drawing/2014/main" id="{BB4446C0-A637-4726-88A6-815A6AB63B96}"/>
              </a:ext>
            </a:extLst>
          </p:cNvPr>
          <p:cNvSpPr>
            <a:spLocks noGrp="1"/>
          </p:cNvSpPr>
          <p:nvPr>
            <p:ph type="sldNum" sz="quarter" idx="11"/>
          </p:nvPr>
        </p:nvSpPr>
        <p:spPr/>
        <p:txBody>
          <a:bodyPr/>
          <a:lstStyle>
            <a:lvl1pPr>
              <a:defRPr>
                <a:solidFill>
                  <a:schemeClr val="bg1"/>
                </a:solidFill>
              </a:defRPr>
            </a:lvl1pPr>
          </a:lstStyle>
          <a:p>
            <a:fld id="{19B51A1E-902D-48AF-9020-955120F399B6}" type="slidenum">
              <a:rPr lang="en-ZA" smtClean="0"/>
              <a:pPr/>
              <a:t>‹#›</a:t>
            </a:fld>
            <a:endParaRPr lang="en-ZA" dirty="0"/>
          </a:p>
        </p:txBody>
      </p:sp>
      <p:sp>
        <p:nvSpPr>
          <p:cNvPr id="16" name="Text Placeholder 3">
            <a:extLst>
              <a:ext uri="{FF2B5EF4-FFF2-40B4-BE49-F238E27FC236}">
                <a16:creationId xmlns:a16="http://schemas.microsoft.com/office/drawing/2014/main" id="{3A5BA28D-2313-499F-93AB-7C86B0305709}"/>
              </a:ext>
            </a:extLst>
          </p:cNvPr>
          <p:cNvSpPr>
            <a:spLocks noGrp="1"/>
          </p:cNvSpPr>
          <p:nvPr>
            <p:ph type="body" sz="quarter" idx="30" hasCustomPrompt="1"/>
          </p:nvPr>
        </p:nvSpPr>
        <p:spPr>
          <a:xfrm>
            <a:off x="1767130" y="2752344"/>
            <a:ext cx="2560320" cy="603504"/>
          </a:xfrm>
          <a:prstGeom prst="rect">
            <a:avLst/>
          </a:prstGeom>
          <a:noFill/>
        </p:spPr>
        <p:txBody>
          <a:bodyPr anchor="ctr" anchorCtr="0">
            <a:normAutofit/>
          </a:bodyPr>
          <a:lstStyle>
            <a:lvl1pPr marL="0" indent="0" algn="ctr">
              <a:spcBef>
                <a:spcPts val="0"/>
              </a:spcBef>
              <a:spcAft>
                <a:spcPts val="0"/>
              </a:spcAft>
              <a:buNone/>
              <a:defRPr sz="3600">
                <a:solidFill>
                  <a:schemeClr val="accent2">
                    <a:lumMod val="20000"/>
                    <a:lumOff val="80000"/>
                  </a:schemeClr>
                </a:solidFill>
                <a:latin typeface="+mj-lt"/>
              </a:defRPr>
            </a:lvl1pPr>
            <a:lvl2pPr marL="266700" indent="0">
              <a:buNone/>
              <a:defRPr/>
            </a:lvl2pPr>
            <a:lvl3pPr marL="542925" indent="0">
              <a:buNone/>
              <a:defRPr/>
            </a:lvl3pPr>
            <a:lvl4pPr marL="809625" indent="0">
              <a:buNone/>
              <a:defRPr/>
            </a:lvl4pPr>
            <a:lvl5pPr marL="1076325" indent="0">
              <a:buNone/>
              <a:defRPr/>
            </a:lvl5pPr>
          </a:lstStyle>
          <a:p>
            <a:pPr lvl="0"/>
            <a:r>
              <a:rPr lang="en-US" dirty="0"/>
              <a:t>1</a:t>
            </a:r>
            <a:endParaRPr lang="en-ZA" dirty="0"/>
          </a:p>
        </p:txBody>
      </p:sp>
      <p:sp>
        <p:nvSpPr>
          <p:cNvPr id="17" name="Text Placeholder 9">
            <a:extLst>
              <a:ext uri="{FF2B5EF4-FFF2-40B4-BE49-F238E27FC236}">
                <a16:creationId xmlns:a16="http://schemas.microsoft.com/office/drawing/2014/main" id="{4E9F4FE1-F54C-4B3C-9CED-6C3058B00352}"/>
              </a:ext>
            </a:extLst>
          </p:cNvPr>
          <p:cNvSpPr>
            <a:spLocks noGrp="1"/>
          </p:cNvSpPr>
          <p:nvPr>
            <p:ph type="body" sz="quarter" idx="31" hasCustomPrompt="1"/>
          </p:nvPr>
        </p:nvSpPr>
        <p:spPr>
          <a:xfrm>
            <a:off x="4815840" y="2752344"/>
            <a:ext cx="2560320" cy="603504"/>
          </a:xfrm>
          <a:prstGeom prst="rect">
            <a:avLst/>
          </a:prstGeom>
          <a:noFill/>
        </p:spPr>
        <p:txBody>
          <a:bodyPr vert="horz" lIns="0" tIns="0" rIns="0" bIns="0" rtlCol="0" anchor="ctr" anchorCtr="0">
            <a:noAutofit/>
          </a:bodyPr>
          <a:lstStyle>
            <a:lvl1pPr marL="0" indent="0" algn="ctr">
              <a:spcBef>
                <a:spcPts val="0"/>
              </a:spcBef>
              <a:spcAft>
                <a:spcPts val="0"/>
              </a:spcAft>
              <a:buNone/>
              <a:defRPr lang="en-ZA" sz="3600" dirty="0">
                <a:solidFill>
                  <a:schemeClr val="accent2">
                    <a:lumMod val="20000"/>
                    <a:lumOff val="80000"/>
                  </a:schemeClr>
                </a:solidFill>
                <a:latin typeface="+mj-lt"/>
              </a:defRPr>
            </a:lvl1pPr>
          </a:lstStyle>
          <a:p>
            <a:pPr marL="266700" lvl="0" indent="-266700" algn="ctr"/>
            <a:r>
              <a:rPr lang="en-US" dirty="0"/>
              <a:t>2</a:t>
            </a:r>
            <a:endParaRPr lang="en-ZA" dirty="0"/>
          </a:p>
        </p:txBody>
      </p:sp>
      <p:sp>
        <p:nvSpPr>
          <p:cNvPr id="18" name="Text Placeholder 9">
            <a:extLst>
              <a:ext uri="{FF2B5EF4-FFF2-40B4-BE49-F238E27FC236}">
                <a16:creationId xmlns:a16="http://schemas.microsoft.com/office/drawing/2014/main" id="{26328AB3-6C8E-4BB6-9C01-852150BDFE17}"/>
              </a:ext>
            </a:extLst>
          </p:cNvPr>
          <p:cNvSpPr>
            <a:spLocks noGrp="1"/>
          </p:cNvSpPr>
          <p:nvPr>
            <p:ph type="body" sz="quarter" idx="33" hasCustomPrompt="1"/>
          </p:nvPr>
        </p:nvSpPr>
        <p:spPr>
          <a:xfrm>
            <a:off x="7867194" y="2752344"/>
            <a:ext cx="2560320" cy="603504"/>
          </a:xfrm>
          <a:prstGeom prst="rect">
            <a:avLst/>
          </a:prstGeom>
          <a:noFill/>
        </p:spPr>
        <p:txBody>
          <a:bodyPr vert="horz" lIns="0" tIns="0" rIns="0" bIns="0" rtlCol="0" anchor="ctr" anchorCtr="0">
            <a:noAutofit/>
          </a:bodyPr>
          <a:lstStyle>
            <a:lvl1pPr marL="0" indent="0" algn="ctr">
              <a:spcBef>
                <a:spcPts val="0"/>
              </a:spcBef>
              <a:spcAft>
                <a:spcPts val="0"/>
              </a:spcAft>
              <a:buNone/>
              <a:defRPr lang="en-ZA" sz="3600" dirty="0">
                <a:solidFill>
                  <a:schemeClr val="accent2">
                    <a:lumMod val="20000"/>
                    <a:lumOff val="80000"/>
                  </a:schemeClr>
                </a:solidFill>
                <a:latin typeface="+mj-lt"/>
              </a:defRPr>
            </a:lvl1pPr>
          </a:lstStyle>
          <a:p>
            <a:pPr marL="266700" lvl="0" indent="-266700" algn="ctr"/>
            <a:r>
              <a:rPr lang="en-US" dirty="0"/>
              <a:t>3</a:t>
            </a:r>
            <a:endParaRPr lang="en-ZA" dirty="0"/>
          </a:p>
        </p:txBody>
      </p:sp>
      <p:sp>
        <p:nvSpPr>
          <p:cNvPr id="4" name="Text Placeholder 3">
            <a:extLst>
              <a:ext uri="{FF2B5EF4-FFF2-40B4-BE49-F238E27FC236}">
                <a16:creationId xmlns:a16="http://schemas.microsoft.com/office/drawing/2014/main" id="{B31369B8-B3F7-44DF-975B-57630CED624E}"/>
              </a:ext>
            </a:extLst>
          </p:cNvPr>
          <p:cNvSpPr>
            <a:spLocks noGrp="1"/>
          </p:cNvSpPr>
          <p:nvPr>
            <p:ph type="body" sz="quarter" idx="35" hasCustomPrompt="1"/>
          </p:nvPr>
        </p:nvSpPr>
        <p:spPr>
          <a:xfrm>
            <a:off x="1767130" y="3502152"/>
            <a:ext cx="2560320" cy="1371600"/>
          </a:xfrm>
        </p:spPr>
        <p:txBody>
          <a:bodyPr>
            <a:noAutofit/>
          </a:bodyPr>
          <a:lstStyle>
            <a:lvl1pPr marL="0" indent="0" algn="ctr">
              <a:buNone/>
              <a:defRPr sz="1400">
                <a:solidFill>
                  <a:schemeClr val="bg1"/>
                </a:solidFill>
                <a:latin typeface="+mn-lt"/>
              </a:defRPr>
            </a:lvl1pPr>
            <a:lvl2pPr marL="457200" indent="0">
              <a:buNone/>
              <a:defRPr sz="1800">
                <a:solidFill>
                  <a:schemeClr val="bg1"/>
                </a:solidFill>
                <a:latin typeface="+mj-lt"/>
              </a:defRPr>
            </a:lvl2pPr>
            <a:lvl3pPr marL="914400" indent="0">
              <a:buNone/>
              <a:defRPr sz="1800">
                <a:solidFill>
                  <a:schemeClr val="bg1"/>
                </a:solidFill>
                <a:latin typeface="+mj-lt"/>
              </a:defRPr>
            </a:lvl3pPr>
            <a:lvl4pPr marL="1371600" indent="0">
              <a:buNone/>
              <a:defRPr sz="1800">
                <a:solidFill>
                  <a:schemeClr val="bg1"/>
                </a:solidFill>
                <a:latin typeface="+mj-lt"/>
              </a:defRPr>
            </a:lvl4pPr>
            <a:lvl5pPr marL="1828800" indent="0">
              <a:buNone/>
              <a:defRPr sz="1800">
                <a:solidFill>
                  <a:schemeClr val="bg1"/>
                </a:solidFill>
                <a:latin typeface="+mj-lt"/>
              </a:defRPr>
            </a:lvl5pPr>
          </a:lstStyle>
          <a:p>
            <a:pPr lvl="0"/>
            <a:r>
              <a:rPr lang="en-US" dirty="0"/>
              <a:t>CLICK TO EDIT TEXT</a:t>
            </a:r>
          </a:p>
        </p:txBody>
      </p:sp>
      <p:sp>
        <p:nvSpPr>
          <p:cNvPr id="23" name="Text Placeholder 3">
            <a:extLst>
              <a:ext uri="{FF2B5EF4-FFF2-40B4-BE49-F238E27FC236}">
                <a16:creationId xmlns:a16="http://schemas.microsoft.com/office/drawing/2014/main" id="{8199533E-4480-4EF0-855E-F0FC142777BF}"/>
              </a:ext>
            </a:extLst>
          </p:cNvPr>
          <p:cNvSpPr>
            <a:spLocks noGrp="1"/>
          </p:cNvSpPr>
          <p:nvPr>
            <p:ph type="body" sz="quarter" idx="36" hasCustomPrompt="1"/>
          </p:nvPr>
        </p:nvSpPr>
        <p:spPr>
          <a:xfrm>
            <a:off x="4815840" y="3502152"/>
            <a:ext cx="2560320" cy="1371600"/>
          </a:xfrm>
        </p:spPr>
        <p:txBody>
          <a:bodyPr>
            <a:noAutofit/>
          </a:bodyPr>
          <a:lstStyle>
            <a:lvl1pPr marL="0" indent="0" algn="ctr">
              <a:buNone/>
              <a:defRPr sz="1400">
                <a:solidFill>
                  <a:schemeClr val="bg1"/>
                </a:solidFill>
                <a:latin typeface="+mn-lt"/>
              </a:defRPr>
            </a:lvl1pPr>
            <a:lvl2pPr marL="457200" indent="0">
              <a:buNone/>
              <a:defRPr sz="1800">
                <a:solidFill>
                  <a:schemeClr val="bg1"/>
                </a:solidFill>
                <a:latin typeface="+mj-lt"/>
              </a:defRPr>
            </a:lvl2pPr>
            <a:lvl3pPr marL="914400" indent="0">
              <a:buNone/>
              <a:defRPr sz="1800">
                <a:solidFill>
                  <a:schemeClr val="bg1"/>
                </a:solidFill>
                <a:latin typeface="+mj-lt"/>
              </a:defRPr>
            </a:lvl3pPr>
            <a:lvl4pPr marL="1371600" indent="0">
              <a:buNone/>
              <a:defRPr sz="1800">
                <a:solidFill>
                  <a:schemeClr val="bg1"/>
                </a:solidFill>
                <a:latin typeface="+mj-lt"/>
              </a:defRPr>
            </a:lvl4pPr>
            <a:lvl5pPr marL="1828800" indent="0">
              <a:buNone/>
              <a:defRPr sz="1800">
                <a:solidFill>
                  <a:schemeClr val="bg1"/>
                </a:solidFill>
                <a:latin typeface="+mj-lt"/>
              </a:defRPr>
            </a:lvl5pPr>
          </a:lstStyle>
          <a:p>
            <a:pPr lvl="0"/>
            <a:r>
              <a:rPr lang="en-US" dirty="0"/>
              <a:t>CLICK TO EDIT TEXT</a:t>
            </a:r>
          </a:p>
        </p:txBody>
      </p:sp>
      <p:sp>
        <p:nvSpPr>
          <p:cNvPr id="24" name="Text Placeholder 3">
            <a:extLst>
              <a:ext uri="{FF2B5EF4-FFF2-40B4-BE49-F238E27FC236}">
                <a16:creationId xmlns:a16="http://schemas.microsoft.com/office/drawing/2014/main" id="{58E1CB88-990B-431E-A733-AF73E3090549}"/>
              </a:ext>
            </a:extLst>
          </p:cNvPr>
          <p:cNvSpPr>
            <a:spLocks noGrp="1"/>
          </p:cNvSpPr>
          <p:nvPr>
            <p:ph type="body" sz="quarter" idx="37" hasCustomPrompt="1"/>
          </p:nvPr>
        </p:nvSpPr>
        <p:spPr>
          <a:xfrm>
            <a:off x="7867194" y="3502152"/>
            <a:ext cx="2560320" cy="1371600"/>
          </a:xfrm>
        </p:spPr>
        <p:txBody>
          <a:bodyPr>
            <a:noAutofit/>
          </a:bodyPr>
          <a:lstStyle>
            <a:lvl1pPr marL="0" indent="0" algn="ctr">
              <a:buNone/>
              <a:defRPr sz="1400">
                <a:solidFill>
                  <a:schemeClr val="bg1"/>
                </a:solidFill>
                <a:latin typeface="+mn-lt"/>
              </a:defRPr>
            </a:lvl1pPr>
            <a:lvl2pPr marL="457200" indent="0">
              <a:buNone/>
              <a:defRPr sz="1800">
                <a:solidFill>
                  <a:schemeClr val="bg1"/>
                </a:solidFill>
                <a:latin typeface="+mj-lt"/>
              </a:defRPr>
            </a:lvl2pPr>
            <a:lvl3pPr marL="914400" indent="0">
              <a:buNone/>
              <a:defRPr sz="1800">
                <a:solidFill>
                  <a:schemeClr val="bg1"/>
                </a:solidFill>
                <a:latin typeface="+mj-lt"/>
              </a:defRPr>
            </a:lvl3pPr>
            <a:lvl4pPr marL="1371600" indent="0">
              <a:buNone/>
              <a:defRPr sz="1800">
                <a:solidFill>
                  <a:schemeClr val="bg1"/>
                </a:solidFill>
                <a:latin typeface="+mj-lt"/>
              </a:defRPr>
            </a:lvl4pPr>
            <a:lvl5pPr marL="1828800" indent="0">
              <a:buNone/>
              <a:defRPr sz="1800">
                <a:solidFill>
                  <a:schemeClr val="bg1"/>
                </a:solidFill>
                <a:latin typeface="+mj-lt"/>
              </a:defRPr>
            </a:lvl5pPr>
          </a:lstStyle>
          <a:p>
            <a:pPr lvl="0"/>
            <a:r>
              <a:rPr lang="en-US" dirty="0"/>
              <a:t>CLICK TO EDIT TEXT</a:t>
            </a:r>
          </a:p>
        </p:txBody>
      </p:sp>
      <p:sp>
        <p:nvSpPr>
          <p:cNvPr id="15" name="Date Placeholder 4">
            <a:extLst>
              <a:ext uri="{FF2B5EF4-FFF2-40B4-BE49-F238E27FC236}">
                <a16:creationId xmlns:a16="http://schemas.microsoft.com/office/drawing/2014/main" id="{DCF4F2F5-E92C-4ECF-9FDE-3E0CE4FBFCA8}"/>
              </a:ext>
            </a:extLst>
          </p:cNvPr>
          <p:cNvSpPr>
            <a:spLocks noGrp="1"/>
          </p:cNvSpPr>
          <p:nvPr>
            <p:ph type="dt" sz="half" idx="38"/>
          </p:nvPr>
        </p:nvSpPr>
        <p:spPr>
          <a:xfrm>
            <a:off x="838200" y="6356350"/>
            <a:ext cx="2743200" cy="365125"/>
          </a:xfrm>
        </p:spPr>
        <p:txBody>
          <a:bodyPr/>
          <a:lstStyle>
            <a:lvl1pPr>
              <a:defRPr>
                <a:solidFill>
                  <a:schemeClr val="bg1"/>
                </a:solidFill>
              </a:defRPr>
            </a:lvl1pPr>
          </a:lstStyle>
          <a:p>
            <a:r>
              <a:rPr lang="en-US" dirty="0"/>
              <a:t>7/14/20XX</a:t>
            </a:r>
          </a:p>
        </p:txBody>
      </p:sp>
    </p:spTree>
    <p:extLst>
      <p:ext uri="{BB962C8B-B14F-4D97-AF65-F5344CB8AC3E}">
        <p14:creationId xmlns:p14="http://schemas.microsoft.com/office/powerpoint/2010/main" val="28764089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Market Comparison">
    <p:spTree>
      <p:nvGrpSpPr>
        <p:cNvPr id="1" name=""/>
        <p:cNvGrpSpPr/>
        <p:nvPr/>
      </p:nvGrpSpPr>
      <p:grpSpPr>
        <a:xfrm>
          <a:off x="0" y="0"/>
          <a:ext cx="0" cy="0"/>
          <a:chOff x="0" y="0"/>
          <a:chExt cx="0" cy="0"/>
        </a:xfrm>
      </p:grpSpPr>
      <p:sp>
        <p:nvSpPr>
          <p:cNvPr id="14" name="Picture Placeholder 13">
            <a:extLst>
              <a:ext uri="{FF2B5EF4-FFF2-40B4-BE49-F238E27FC236}">
                <a16:creationId xmlns:a16="http://schemas.microsoft.com/office/drawing/2014/main" id="{CB2621B9-2641-4DA3-B7D6-D577C25CF2E9}"/>
              </a:ext>
            </a:extLst>
          </p:cNvPr>
          <p:cNvSpPr>
            <a:spLocks noGrp="1"/>
          </p:cNvSpPr>
          <p:nvPr>
            <p:ph type="pic" sz="quarter" idx="34"/>
          </p:nvPr>
        </p:nvSpPr>
        <p:spPr>
          <a:xfrm>
            <a:off x="1524" y="0"/>
            <a:ext cx="12188952" cy="6858000"/>
          </a:xfrm>
          <a:custGeom>
            <a:avLst/>
            <a:gdLst>
              <a:gd name="connsiteX0" fmla="*/ 1030351 w 12188952"/>
              <a:gd name="connsiteY0" fmla="*/ 3231845 h 6858000"/>
              <a:gd name="connsiteX1" fmla="*/ 1030351 w 12188952"/>
              <a:gd name="connsiteY1" fmla="*/ 3460445 h 6858000"/>
              <a:gd name="connsiteX2" fmla="*/ 11122333 w 12188952"/>
              <a:gd name="connsiteY2" fmla="*/ 3460445 h 6858000"/>
              <a:gd name="connsiteX3" fmla="*/ 11122333 w 12188952"/>
              <a:gd name="connsiteY3" fmla="*/ 3231845 h 6858000"/>
              <a:gd name="connsiteX4" fmla="*/ 0 w 12188952"/>
              <a:gd name="connsiteY4" fmla="*/ 0 h 6858000"/>
              <a:gd name="connsiteX5" fmla="*/ 12188952 w 12188952"/>
              <a:gd name="connsiteY5" fmla="*/ 0 h 6858000"/>
              <a:gd name="connsiteX6" fmla="*/ 12188952 w 12188952"/>
              <a:gd name="connsiteY6" fmla="*/ 6858000 h 6858000"/>
              <a:gd name="connsiteX7" fmla="*/ 0 w 12188952"/>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88952" h="6858000">
                <a:moveTo>
                  <a:pt x="1030351" y="3231845"/>
                </a:moveTo>
                <a:lnTo>
                  <a:pt x="1030351" y="3460445"/>
                </a:lnTo>
                <a:lnTo>
                  <a:pt x="11122333" y="3460445"/>
                </a:lnTo>
                <a:lnTo>
                  <a:pt x="11122333" y="3231845"/>
                </a:lnTo>
                <a:close/>
                <a:moveTo>
                  <a:pt x="0" y="0"/>
                </a:moveTo>
                <a:lnTo>
                  <a:pt x="12188952" y="0"/>
                </a:lnTo>
                <a:lnTo>
                  <a:pt x="12188952" y="6858000"/>
                </a:lnTo>
                <a:lnTo>
                  <a:pt x="0" y="6858000"/>
                </a:lnTo>
                <a:close/>
              </a:path>
            </a:pathLst>
          </a:custGeom>
          <a:solidFill>
            <a:schemeClr val="accent6">
              <a:lumMod val="20000"/>
              <a:lumOff val="80000"/>
            </a:schemeClr>
          </a:solidFill>
        </p:spPr>
        <p:txBody>
          <a:bodyPr wrap="square">
            <a:noAutofit/>
          </a:bodyPr>
          <a:lstStyle/>
          <a:p>
            <a:r>
              <a:rPr lang="en-US"/>
              <a:t>Click icon to add picture</a:t>
            </a:r>
            <a:endParaRPr lang="en-US" dirty="0"/>
          </a:p>
        </p:txBody>
      </p:sp>
      <p:sp>
        <p:nvSpPr>
          <p:cNvPr id="2" name="Title 1">
            <a:extLst>
              <a:ext uri="{FF2B5EF4-FFF2-40B4-BE49-F238E27FC236}">
                <a16:creationId xmlns:a16="http://schemas.microsoft.com/office/drawing/2014/main" id="{5FC626A5-4FF6-42BD-858A-AE4B2C23A6BC}"/>
              </a:ext>
            </a:extLst>
          </p:cNvPr>
          <p:cNvSpPr>
            <a:spLocks noGrp="1"/>
          </p:cNvSpPr>
          <p:nvPr>
            <p:ph type="title" hasCustomPrompt="1"/>
          </p:nvPr>
        </p:nvSpPr>
        <p:spPr/>
        <p:txBody>
          <a:bodyPr/>
          <a:lstStyle>
            <a:lvl1pPr algn="ctr">
              <a:defRPr>
                <a:solidFill>
                  <a:schemeClr val="bg1"/>
                </a:solidFill>
              </a:defRPr>
            </a:lvl1pPr>
          </a:lstStyle>
          <a:p>
            <a:r>
              <a:rPr lang="en-US" dirty="0"/>
              <a:t>CLICK TO EDIT MASTER TITLE STYLE</a:t>
            </a:r>
            <a:endParaRPr lang="en-ZA" dirty="0"/>
          </a:p>
        </p:txBody>
      </p:sp>
      <p:sp>
        <p:nvSpPr>
          <p:cNvPr id="6" name="Footer Placeholder 5">
            <a:extLst>
              <a:ext uri="{FF2B5EF4-FFF2-40B4-BE49-F238E27FC236}">
                <a16:creationId xmlns:a16="http://schemas.microsoft.com/office/drawing/2014/main" id="{29E5E346-F307-4307-949D-77CDB6E6577A}"/>
              </a:ext>
            </a:extLst>
          </p:cNvPr>
          <p:cNvSpPr>
            <a:spLocks noGrp="1"/>
          </p:cNvSpPr>
          <p:nvPr>
            <p:ph type="ftr" sz="quarter" idx="10"/>
          </p:nvPr>
        </p:nvSpPr>
        <p:spPr/>
        <p:txBody>
          <a:bodyPr/>
          <a:lstStyle>
            <a:lvl1pPr>
              <a:defRPr>
                <a:solidFill>
                  <a:schemeClr val="bg1"/>
                </a:solidFill>
              </a:defRPr>
            </a:lvl1pPr>
          </a:lstStyle>
          <a:p>
            <a:r>
              <a:rPr lang="en-ZA" dirty="0"/>
              <a:t>Pitch deck title</a:t>
            </a:r>
          </a:p>
        </p:txBody>
      </p:sp>
      <p:sp>
        <p:nvSpPr>
          <p:cNvPr id="7" name="Slide Number Placeholder 6">
            <a:extLst>
              <a:ext uri="{FF2B5EF4-FFF2-40B4-BE49-F238E27FC236}">
                <a16:creationId xmlns:a16="http://schemas.microsoft.com/office/drawing/2014/main" id="{BB4446C0-A637-4726-88A6-815A6AB63B96}"/>
              </a:ext>
            </a:extLst>
          </p:cNvPr>
          <p:cNvSpPr>
            <a:spLocks noGrp="1"/>
          </p:cNvSpPr>
          <p:nvPr>
            <p:ph type="sldNum" sz="quarter" idx="11"/>
          </p:nvPr>
        </p:nvSpPr>
        <p:spPr/>
        <p:txBody>
          <a:bodyPr/>
          <a:lstStyle>
            <a:lvl1pPr>
              <a:defRPr>
                <a:solidFill>
                  <a:schemeClr val="bg1"/>
                </a:solidFill>
              </a:defRPr>
            </a:lvl1pPr>
          </a:lstStyle>
          <a:p>
            <a:fld id="{19B51A1E-902D-48AF-9020-955120F399B6}" type="slidenum">
              <a:rPr lang="en-ZA" smtClean="0"/>
              <a:pPr/>
              <a:t>‹#›</a:t>
            </a:fld>
            <a:endParaRPr lang="en-ZA" dirty="0"/>
          </a:p>
        </p:txBody>
      </p:sp>
      <p:sp>
        <p:nvSpPr>
          <p:cNvPr id="16" name="Text Placeholder 3">
            <a:extLst>
              <a:ext uri="{FF2B5EF4-FFF2-40B4-BE49-F238E27FC236}">
                <a16:creationId xmlns:a16="http://schemas.microsoft.com/office/drawing/2014/main" id="{3A5BA28D-2313-499F-93AB-7C86B0305709}"/>
              </a:ext>
            </a:extLst>
          </p:cNvPr>
          <p:cNvSpPr>
            <a:spLocks noGrp="1"/>
          </p:cNvSpPr>
          <p:nvPr>
            <p:ph type="body" sz="quarter" idx="30" hasCustomPrompt="1"/>
          </p:nvPr>
        </p:nvSpPr>
        <p:spPr>
          <a:xfrm>
            <a:off x="1069848" y="2121408"/>
            <a:ext cx="2560320" cy="914400"/>
          </a:xfrm>
          <a:prstGeom prst="rect">
            <a:avLst/>
          </a:prstGeom>
          <a:noFill/>
        </p:spPr>
        <p:txBody>
          <a:bodyPr anchor="b">
            <a:noAutofit/>
          </a:bodyPr>
          <a:lstStyle>
            <a:lvl1pPr marL="0" indent="0" algn="ctr">
              <a:spcBef>
                <a:spcPts val="0"/>
              </a:spcBef>
              <a:spcAft>
                <a:spcPts val="0"/>
              </a:spcAft>
              <a:buNone/>
              <a:defRPr sz="6000">
                <a:ln w="15875">
                  <a:solidFill>
                    <a:schemeClr val="bg1">
                      <a:lumMod val="85000"/>
                    </a:schemeClr>
                  </a:solidFill>
                </a:ln>
                <a:noFill/>
                <a:latin typeface="+mj-lt"/>
              </a:defRPr>
            </a:lvl1pPr>
            <a:lvl2pPr marL="266700" indent="0">
              <a:buNone/>
              <a:defRPr/>
            </a:lvl2pPr>
            <a:lvl3pPr marL="542925" indent="0">
              <a:buNone/>
              <a:defRPr/>
            </a:lvl3pPr>
            <a:lvl4pPr marL="809625" indent="0">
              <a:buNone/>
              <a:defRPr/>
            </a:lvl4pPr>
            <a:lvl5pPr marL="1076325" indent="0">
              <a:buNone/>
              <a:defRPr/>
            </a:lvl5pPr>
          </a:lstStyle>
          <a:p>
            <a:pPr lvl="0"/>
            <a:r>
              <a:rPr lang="en-US" dirty="0"/>
              <a:t>1</a:t>
            </a:r>
            <a:endParaRPr lang="en-ZA" dirty="0"/>
          </a:p>
        </p:txBody>
      </p:sp>
      <p:sp>
        <p:nvSpPr>
          <p:cNvPr id="17" name="Text Placeholder 9">
            <a:extLst>
              <a:ext uri="{FF2B5EF4-FFF2-40B4-BE49-F238E27FC236}">
                <a16:creationId xmlns:a16="http://schemas.microsoft.com/office/drawing/2014/main" id="{4E9F4FE1-F54C-4B3C-9CED-6C3058B00352}"/>
              </a:ext>
            </a:extLst>
          </p:cNvPr>
          <p:cNvSpPr>
            <a:spLocks noGrp="1"/>
          </p:cNvSpPr>
          <p:nvPr>
            <p:ph type="body" sz="quarter" idx="31" hasCustomPrompt="1"/>
          </p:nvPr>
        </p:nvSpPr>
        <p:spPr>
          <a:xfrm>
            <a:off x="4800600" y="2121408"/>
            <a:ext cx="2560320" cy="914400"/>
          </a:xfrm>
          <a:prstGeom prst="rect">
            <a:avLst/>
          </a:prstGeom>
          <a:noFill/>
        </p:spPr>
        <p:txBody>
          <a:bodyPr vert="horz" lIns="0" tIns="0" rIns="0" bIns="0" rtlCol="0" anchor="b">
            <a:noAutofit/>
          </a:bodyPr>
          <a:lstStyle>
            <a:lvl1pPr marL="0" indent="0" algn="ctr">
              <a:spcBef>
                <a:spcPts val="0"/>
              </a:spcBef>
              <a:spcAft>
                <a:spcPts val="0"/>
              </a:spcAft>
              <a:buNone/>
              <a:defRPr lang="en-ZA" sz="6000" dirty="0">
                <a:ln w="15875">
                  <a:solidFill>
                    <a:schemeClr val="bg1">
                      <a:lumMod val="85000"/>
                    </a:schemeClr>
                  </a:solidFill>
                </a:ln>
                <a:noFill/>
                <a:latin typeface="+mj-lt"/>
              </a:defRPr>
            </a:lvl1pPr>
          </a:lstStyle>
          <a:p>
            <a:pPr marL="266700" lvl="0" indent="-266700" algn="ctr"/>
            <a:r>
              <a:rPr lang="en-US" dirty="0"/>
              <a:t>2</a:t>
            </a:r>
            <a:endParaRPr lang="en-ZA" dirty="0"/>
          </a:p>
        </p:txBody>
      </p:sp>
      <p:sp>
        <p:nvSpPr>
          <p:cNvPr id="18" name="Text Placeholder 9">
            <a:extLst>
              <a:ext uri="{FF2B5EF4-FFF2-40B4-BE49-F238E27FC236}">
                <a16:creationId xmlns:a16="http://schemas.microsoft.com/office/drawing/2014/main" id="{26328AB3-6C8E-4BB6-9C01-852150BDFE17}"/>
              </a:ext>
            </a:extLst>
          </p:cNvPr>
          <p:cNvSpPr>
            <a:spLocks noGrp="1"/>
          </p:cNvSpPr>
          <p:nvPr>
            <p:ph type="body" sz="quarter" idx="33" hasCustomPrompt="1"/>
          </p:nvPr>
        </p:nvSpPr>
        <p:spPr>
          <a:xfrm>
            <a:off x="8531351" y="2121408"/>
            <a:ext cx="2592505" cy="914400"/>
          </a:xfrm>
          <a:prstGeom prst="rect">
            <a:avLst/>
          </a:prstGeom>
          <a:noFill/>
        </p:spPr>
        <p:txBody>
          <a:bodyPr vert="horz" lIns="0" tIns="0" rIns="0" bIns="0" rtlCol="0" anchor="b">
            <a:noAutofit/>
          </a:bodyPr>
          <a:lstStyle>
            <a:lvl1pPr marL="0" indent="0" algn="ctr">
              <a:spcBef>
                <a:spcPts val="0"/>
              </a:spcBef>
              <a:spcAft>
                <a:spcPts val="0"/>
              </a:spcAft>
              <a:buNone/>
              <a:defRPr lang="en-ZA" sz="6000" dirty="0">
                <a:ln w="15875">
                  <a:solidFill>
                    <a:schemeClr val="bg1">
                      <a:lumMod val="85000"/>
                    </a:schemeClr>
                  </a:solidFill>
                </a:ln>
                <a:noFill/>
                <a:latin typeface="+mj-lt"/>
              </a:defRPr>
            </a:lvl1pPr>
          </a:lstStyle>
          <a:p>
            <a:pPr marL="266700" lvl="0" indent="-266700" algn="ctr"/>
            <a:r>
              <a:rPr lang="en-US" dirty="0"/>
              <a:t>3</a:t>
            </a:r>
            <a:endParaRPr lang="en-ZA" dirty="0"/>
          </a:p>
        </p:txBody>
      </p:sp>
      <p:sp>
        <p:nvSpPr>
          <p:cNvPr id="4" name="Text Placeholder 3">
            <a:extLst>
              <a:ext uri="{FF2B5EF4-FFF2-40B4-BE49-F238E27FC236}">
                <a16:creationId xmlns:a16="http://schemas.microsoft.com/office/drawing/2014/main" id="{B31369B8-B3F7-44DF-975B-57630CED624E}"/>
              </a:ext>
            </a:extLst>
          </p:cNvPr>
          <p:cNvSpPr>
            <a:spLocks noGrp="1"/>
          </p:cNvSpPr>
          <p:nvPr>
            <p:ph type="body" sz="quarter" idx="35" hasCustomPrompt="1"/>
          </p:nvPr>
        </p:nvSpPr>
        <p:spPr>
          <a:xfrm>
            <a:off x="1069848" y="3730752"/>
            <a:ext cx="2560320" cy="1188720"/>
          </a:xfrm>
        </p:spPr>
        <p:txBody>
          <a:bodyPr>
            <a:noAutofit/>
          </a:bodyPr>
          <a:lstStyle>
            <a:lvl1pPr marL="0" indent="0" algn="ctr">
              <a:buNone/>
              <a:defRPr sz="1400">
                <a:solidFill>
                  <a:schemeClr val="bg1"/>
                </a:solidFill>
                <a:latin typeface="+mn-lt"/>
              </a:defRPr>
            </a:lvl1pPr>
            <a:lvl2pPr marL="457200" indent="0">
              <a:buNone/>
              <a:defRPr sz="1800">
                <a:solidFill>
                  <a:schemeClr val="bg1"/>
                </a:solidFill>
                <a:latin typeface="+mj-lt"/>
              </a:defRPr>
            </a:lvl2pPr>
            <a:lvl3pPr marL="914400" indent="0">
              <a:buNone/>
              <a:defRPr sz="1800">
                <a:solidFill>
                  <a:schemeClr val="bg1"/>
                </a:solidFill>
                <a:latin typeface="+mj-lt"/>
              </a:defRPr>
            </a:lvl3pPr>
            <a:lvl4pPr marL="1371600" indent="0">
              <a:buNone/>
              <a:defRPr sz="1800">
                <a:solidFill>
                  <a:schemeClr val="bg1"/>
                </a:solidFill>
                <a:latin typeface="+mj-lt"/>
              </a:defRPr>
            </a:lvl4pPr>
            <a:lvl5pPr marL="1828800" indent="0">
              <a:buNone/>
              <a:defRPr sz="1800">
                <a:solidFill>
                  <a:schemeClr val="bg1"/>
                </a:solidFill>
                <a:latin typeface="+mj-lt"/>
              </a:defRPr>
            </a:lvl5pPr>
          </a:lstStyle>
          <a:p>
            <a:pPr lvl="0"/>
            <a:r>
              <a:rPr lang="en-US" dirty="0"/>
              <a:t>CLICK TO EDIT TEXT</a:t>
            </a:r>
          </a:p>
        </p:txBody>
      </p:sp>
      <p:sp>
        <p:nvSpPr>
          <p:cNvPr id="23" name="Text Placeholder 3">
            <a:extLst>
              <a:ext uri="{FF2B5EF4-FFF2-40B4-BE49-F238E27FC236}">
                <a16:creationId xmlns:a16="http://schemas.microsoft.com/office/drawing/2014/main" id="{8199533E-4480-4EF0-855E-F0FC142777BF}"/>
              </a:ext>
            </a:extLst>
          </p:cNvPr>
          <p:cNvSpPr>
            <a:spLocks noGrp="1"/>
          </p:cNvSpPr>
          <p:nvPr>
            <p:ph type="body" sz="quarter" idx="36" hasCustomPrompt="1"/>
          </p:nvPr>
        </p:nvSpPr>
        <p:spPr>
          <a:xfrm>
            <a:off x="4800600" y="3730752"/>
            <a:ext cx="2560320" cy="1188720"/>
          </a:xfrm>
        </p:spPr>
        <p:txBody>
          <a:bodyPr>
            <a:noAutofit/>
          </a:bodyPr>
          <a:lstStyle>
            <a:lvl1pPr marL="0" indent="0" algn="ctr">
              <a:buNone/>
              <a:defRPr sz="1400">
                <a:solidFill>
                  <a:schemeClr val="bg1"/>
                </a:solidFill>
                <a:latin typeface="+mn-lt"/>
              </a:defRPr>
            </a:lvl1pPr>
            <a:lvl2pPr marL="457200" indent="0">
              <a:buNone/>
              <a:defRPr sz="1800">
                <a:solidFill>
                  <a:schemeClr val="bg1"/>
                </a:solidFill>
                <a:latin typeface="+mj-lt"/>
              </a:defRPr>
            </a:lvl2pPr>
            <a:lvl3pPr marL="914400" indent="0">
              <a:buNone/>
              <a:defRPr sz="1800">
                <a:solidFill>
                  <a:schemeClr val="bg1"/>
                </a:solidFill>
                <a:latin typeface="+mj-lt"/>
              </a:defRPr>
            </a:lvl3pPr>
            <a:lvl4pPr marL="1371600" indent="0">
              <a:buNone/>
              <a:defRPr sz="1800">
                <a:solidFill>
                  <a:schemeClr val="bg1"/>
                </a:solidFill>
                <a:latin typeface="+mj-lt"/>
              </a:defRPr>
            </a:lvl4pPr>
            <a:lvl5pPr marL="1828800" indent="0">
              <a:buNone/>
              <a:defRPr sz="1800">
                <a:solidFill>
                  <a:schemeClr val="bg1"/>
                </a:solidFill>
                <a:latin typeface="+mj-lt"/>
              </a:defRPr>
            </a:lvl5pPr>
          </a:lstStyle>
          <a:p>
            <a:pPr lvl="0"/>
            <a:r>
              <a:rPr lang="en-US" dirty="0"/>
              <a:t>CLICK TO EDIT TEXT</a:t>
            </a:r>
          </a:p>
        </p:txBody>
      </p:sp>
      <p:sp>
        <p:nvSpPr>
          <p:cNvPr id="24" name="Text Placeholder 3">
            <a:extLst>
              <a:ext uri="{FF2B5EF4-FFF2-40B4-BE49-F238E27FC236}">
                <a16:creationId xmlns:a16="http://schemas.microsoft.com/office/drawing/2014/main" id="{58E1CB88-990B-431E-A733-AF73E3090549}"/>
              </a:ext>
            </a:extLst>
          </p:cNvPr>
          <p:cNvSpPr>
            <a:spLocks noGrp="1"/>
          </p:cNvSpPr>
          <p:nvPr>
            <p:ph type="body" sz="quarter" idx="37" hasCustomPrompt="1"/>
          </p:nvPr>
        </p:nvSpPr>
        <p:spPr>
          <a:xfrm>
            <a:off x="8531352" y="3730752"/>
            <a:ext cx="2560320" cy="1188720"/>
          </a:xfrm>
        </p:spPr>
        <p:txBody>
          <a:bodyPr>
            <a:noAutofit/>
          </a:bodyPr>
          <a:lstStyle>
            <a:lvl1pPr marL="0" indent="0" algn="ctr">
              <a:buNone/>
              <a:defRPr sz="1400">
                <a:solidFill>
                  <a:schemeClr val="bg1"/>
                </a:solidFill>
                <a:latin typeface="+mn-lt"/>
              </a:defRPr>
            </a:lvl1pPr>
            <a:lvl2pPr marL="457200" indent="0">
              <a:buNone/>
              <a:defRPr sz="1800">
                <a:solidFill>
                  <a:schemeClr val="bg1"/>
                </a:solidFill>
                <a:latin typeface="+mj-lt"/>
              </a:defRPr>
            </a:lvl2pPr>
            <a:lvl3pPr marL="914400" indent="0">
              <a:buNone/>
              <a:defRPr sz="1800">
                <a:solidFill>
                  <a:schemeClr val="bg1"/>
                </a:solidFill>
                <a:latin typeface="+mj-lt"/>
              </a:defRPr>
            </a:lvl3pPr>
            <a:lvl4pPr marL="1371600" indent="0">
              <a:buNone/>
              <a:defRPr sz="1800">
                <a:solidFill>
                  <a:schemeClr val="bg1"/>
                </a:solidFill>
                <a:latin typeface="+mj-lt"/>
              </a:defRPr>
            </a:lvl4pPr>
            <a:lvl5pPr marL="1828800" indent="0">
              <a:buNone/>
              <a:defRPr sz="1800">
                <a:solidFill>
                  <a:schemeClr val="bg1"/>
                </a:solidFill>
                <a:latin typeface="+mj-lt"/>
              </a:defRPr>
            </a:lvl5pPr>
          </a:lstStyle>
          <a:p>
            <a:pPr lvl="0"/>
            <a:r>
              <a:rPr lang="en-US" dirty="0"/>
              <a:t>CLICK TO EDIT TEXT</a:t>
            </a:r>
          </a:p>
        </p:txBody>
      </p:sp>
      <p:sp>
        <p:nvSpPr>
          <p:cNvPr id="15" name="Date Placeholder 4">
            <a:extLst>
              <a:ext uri="{FF2B5EF4-FFF2-40B4-BE49-F238E27FC236}">
                <a16:creationId xmlns:a16="http://schemas.microsoft.com/office/drawing/2014/main" id="{DCF4F2F5-E92C-4ECF-9FDE-3E0CE4FBFCA8}"/>
              </a:ext>
            </a:extLst>
          </p:cNvPr>
          <p:cNvSpPr>
            <a:spLocks noGrp="1"/>
          </p:cNvSpPr>
          <p:nvPr>
            <p:ph type="dt" sz="half" idx="38"/>
          </p:nvPr>
        </p:nvSpPr>
        <p:spPr>
          <a:xfrm>
            <a:off x="838200" y="6356350"/>
            <a:ext cx="2743200" cy="365125"/>
          </a:xfrm>
        </p:spPr>
        <p:txBody>
          <a:bodyPr/>
          <a:lstStyle>
            <a:lvl1pPr>
              <a:defRPr>
                <a:solidFill>
                  <a:schemeClr val="bg1"/>
                </a:solidFill>
              </a:defRPr>
            </a:lvl1pPr>
          </a:lstStyle>
          <a:p>
            <a:r>
              <a:rPr lang="en-US" dirty="0"/>
              <a:t>7/14/20XX</a:t>
            </a:r>
          </a:p>
        </p:txBody>
      </p:sp>
      <p:sp>
        <p:nvSpPr>
          <p:cNvPr id="19" name="Rectangle 18">
            <a:extLst>
              <a:ext uri="{FF2B5EF4-FFF2-40B4-BE49-F238E27FC236}">
                <a16:creationId xmlns:a16="http://schemas.microsoft.com/office/drawing/2014/main" id="{825807F6-AD25-4B86-8D5C-5DBE4B0D304E}"/>
              </a:ext>
              <a:ext uri="{C183D7F6-B498-43B3-948B-1728B52AA6E4}">
                <adec:decorative xmlns:adec="http://schemas.microsoft.com/office/drawing/2017/decorative" val="1"/>
              </a:ext>
            </a:extLst>
          </p:cNvPr>
          <p:cNvSpPr/>
          <p:nvPr userDrawn="1"/>
        </p:nvSpPr>
        <p:spPr>
          <a:xfrm>
            <a:off x="1031875" y="3231845"/>
            <a:ext cx="10091982" cy="2286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5294611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Our Competition">
    <p:spTree>
      <p:nvGrpSpPr>
        <p:cNvPr id="1" name=""/>
        <p:cNvGrpSpPr/>
        <p:nvPr/>
      </p:nvGrpSpPr>
      <p:grpSpPr>
        <a:xfrm>
          <a:off x="0" y="0"/>
          <a:ext cx="0" cy="0"/>
          <a:chOff x="0" y="0"/>
          <a:chExt cx="0" cy="0"/>
        </a:xfrm>
      </p:grpSpPr>
      <p:sp>
        <p:nvSpPr>
          <p:cNvPr id="14" name="Picture Placeholder 13">
            <a:extLst>
              <a:ext uri="{FF2B5EF4-FFF2-40B4-BE49-F238E27FC236}">
                <a16:creationId xmlns:a16="http://schemas.microsoft.com/office/drawing/2014/main" id="{7A6EC474-5258-4E26-A871-01200EC78559}"/>
              </a:ext>
            </a:extLst>
          </p:cNvPr>
          <p:cNvSpPr>
            <a:spLocks noGrp="1"/>
          </p:cNvSpPr>
          <p:nvPr>
            <p:ph type="pic" sz="quarter" idx="13"/>
          </p:nvPr>
        </p:nvSpPr>
        <p:spPr>
          <a:xfrm>
            <a:off x="1524" y="0"/>
            <a:ext cx="12188952" cy="6858000"/>
          </a:xfrm>
          <a:custGeom>
            <a:avLst/>
            <a:gdLst>
              <a:gd name="connsiteX0" fmla="*/ 2816352 w 12188952"/>
              <a:gd name="connsiteY0" fmla="*/ 1690688 h 6858000"/>
              <a:gd name="connsiteX1" fmla="*/ 2816352 w 12188952"/>
              <a:gd name="connsiteY1" fmla="*/ 5576888 h 6858000"/>
              <a:gd name="connsiteX2" fmla="*/ 3044952 w 12188952"/>
              <a:gd name="connsiteY2" fmla="*/ 5576888 h 6858000"/>
              <a:gd name="connsiteX3" fmla="*/ 3044952 w 12188952"/>
              <a:gd name="connsiteY3" fmla="*/ 1690688 h 6858000"/>
              <a:gd name="connsiteX4" fmla="*/ 0 w 12188952"/>
              <a:gd name="connsiteY4" fmla="*/ 0 h 6858000"/>
              <a:gd name="connsiteX5" fmla="*/ 12188952 w 12188952"/>
              <a:gd name="connsiteY5" fmla="*/ 0 h 6858000"/>
              <a:gd name="connsiteX6" fmla="*/ 12188952 w 12188952"/>
              <a:gd name="connsiteY6" fmla="*/ 6858000 h 6858000"/>
              <a:gd name="connsiteX7" fmla="*/ 0 w 12188952"/>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88952" h="6858000">
                <a:moveTo>
                  <a:pt x="2816352" y="1690688"/>
                </a:moveTo>
                <a:lnTo>
                  <a:pt x="2816352" y="5576888"/>
                </a:lnTo>
                <a:lnTo>
                  <a:pt x="3044952" y="5576888"/>
                </a:lnTo>
                <a:lnTo>
                  <a:pt x="3044952" y="1690688"/>
                </a:lnTo>
                <a:close/>
                <a:moveTo>
                  <a:pt x="0" y="0"/>
                </a:moveTo>
                <a:lnTo>
                  <a:pt x="12188952" y="0"/>
                </a:lnTo>
                <a:lnTo>
                  <a:pt x="12188952" y="6858000"/>
                </a:lnTo>
                <a:lnTo>
                  <a:pt x="0" y="6858000"/>
                </a:lnTo>
                <a:close/>
              </a:path>
            </a:pathLst>
          </a:custGeom>
          <a:solidFill>
            <a:schemeClr val="accent6">
              <a:lumMod val="20000"/>
              <a:lumOff val="80000"/>
            </a:schemeClr>
          </a:solidFill>
        </p:spPr>
        <p:txBody>
          <a:bodyPr wrap="square">
            <a:noAutofit/>
          </a:bodyPr>
          <a:lstStyle/>
          <a:p>
            <a:r>
              <a:rPr lang="en-US"/>
              <a:t>Click icon to add picture</a:t>
            </a:r>
            <a:endParaRPr lang="en-US" dirty="0"/>
          </a:p>
        </p:txBody>
      </p:sp>
      <p:sp>
        <p:nvSpPr>
          <p:cNvPr id="11" name="Text Placeholder 6">
            <a:extLst>
              <a:ext uri="{FF2B5EF4-FFF2-40B4-BE49-F238E27FC236}">
                <a16:creationId xmlns:a16="http://schemas.microsoft.com/office/drawing/2014/main" id="{4F54F31D-9C5E-4286-8D0E-6318D6D19D1E}"/>
              </a:ext>
            </a:extLst>
          </p:cNvPr>
          <p:cNvSpPr>
            <a:spLocks noGrp="1"/>
          </p:cNvSpPr>
          <p:nvPr>
            <p:ph type="body" sz="quarter" idx="25"/>
          </p:nvPr>
        </p:nvSpPr>
        <p:spPr>
          <a:xfrm>
            <a:off x="3048000" y="1690688"/>
            <a:ext cx="9144000" cy="3886200"/>
          </a:xfrm>
          <a:solidFill>
            <a:schemeClr val="bg1">
              <a:alpha val="93000"/>
            </a:schemeClr>
          </a:solidFill>
        </p:spPr>
        <p:txBody>
          <a:bodyPr lIns="411480" tIns="566928" rIns="4937760" bIns="3063240" anchor="b">
            <a:noAutofit/>
          </a:bodyPr>
          <a:lstStyle>
            <a:lvl1pPr marL="0" indent="0">
              <a:buNone/>
              <a:defRPr sz="1800" cap="all" baseline="0">
                <a:solidFill>
                  <a:schemeClr val="accent1"/>
                </a:solidFill>
                <a:latin typeface="+mj-lt"/>
              </a:defRPr>
            </a:lvl1pPr>
          </a:lstStyle>
          <a:p>
            <a:pPr lvl="0"/>
            <a:r>
              <a:rPr lang="en-US"/>
              <a:t>Click to edit Master text styles</a:t>
            </a:r>
          </a:p>
        </p:txBody>
      </p:sp>
      <p:sp>
        <p:nvSpPr>
          <p:cNvPr id="2" name="Title 1">
            <a:extLst>
              <a:ext uri="{FF2B5EF4-FFF2-40B4-BE49-F238E27FC236}">
                <a16:creationId xmlns:a16="http://schemas.microsoft.com/office/drawing/2014/main" id="{FE9E034D-C1DD-48C0-BB6B-FDC6F8EBA558}"/>
              </a:ext>
            </a:extLst>
          </p:cNvPr>
          <p:cNvSpPr>
            <a:spLocks noGrp="1"/>
          </p:cNvSpPr>
          <p:nvPr>
            <p:ph type="title" hasCustomPrompt="1"/>
          </p:nvPr>
        </p:nvSpPr>
        <p:spPr>
          <a:xfrm>
            <a:off x="3383280" y="365125"/>
            <a:ext cx="7894320" cy="1325563"/>
          </a:xfrm>
        </p:spPr>
        <p:txBody>
          <a:bodyPr/>
          <a:lstStyle>
            <a:lvl1pPr algn="l">
              <a:defRPr>
                <a:solidFill>
                  <a:schemeClr val="bg1"/>
                </a:solidFill>
              </a:defRPr>
            </a:lvl1pPr>
          </a:lstStyle>
          <a:p>
            <a:r>
              <a:rPr lang="en-US" dirty="0"/>
              <a:t>CLICK TO EDIT TITLE</a:t>
            </a:r>
          </a:p>
        </p:txBody>
      </p:sp>
      <p:sp>
        <p:nvSpPr>
          <p:cNvPr id="4" name="Content Placeholder 3">
            <a:extLst>
              <a:ext uri="{FF2B5EF4-FFF2-40B4-BE49-F238E27FC236}">
                <a16:creationId xmlns:a16="http://schemas.microsoft.com/office/drawing/2014/main" id="{A91BC8B9-8F2B-4131-A090-0ACBEEE80BB7}"/>
              </a:ext>
            </a:extLst>
          </p:cNvPr>
          <p:cNvSpPr>
            <a:spLocks noGrp="1"/>
          </p:cNvSpPr>
          <p:nvPr>
            <p:ph sz="half" idx="2" hasCustomPrompt="1"/>
          </p:nvPr>
        </p:nvSpPr>
        <p:spPr>
          <a:xfrm>
            <a:off x="3392488" y="2686050"/>
            <a:ext cx="3657600" cy="2743200"/>
          </a:xfrm>
        </p:spPr>
        <p:txBody>
          <a:bodyPr>
            <a:normAutofit/>
          </a:bodyPr>
          <a:lstStyle>
            <a:lvl1pPr marL="0" indent="0">
              <a:lnSpc>
                <a:spcPts val="2000"/>
              </a:lnSpc>
              <a:spcBef>
                <a:spcPts val="0"/>
              </a:spcBef>
              <a:buNone/>
              <a:defRPr sz="1400"/>
            </a:lvl1pPr>
            <a:lvl2pPr marL="457200" indent="0">
              <a:buNone/>
              <a:defRPr sz="1400"/>
            </a:lvl2pPr>
            <a:lvl3pPr marL="914400" indent="0">
              <a:buNone/>
              <a:defRPr sz="1400"/>
            </a:lvl3pPr>
            <a:lvl4pPr marL="1371600" indent="0">
              <a:buNone/>
              <a:defRPr sz="1400"/>
            </a:lvl4pPr>
            <a:lvl5pPr marL="1828800" indent="0">
              <a:buNone/>
              <a:defRPr sz="1400"/>
            </a:lvl5pPr>
          </a:lstStyle>
          <a:p>
            <a:pPr lvl="0"/>
            <a:r>
              <a:rPr lang="en-US" dirty="0"/>
              <a:t>Click to edit text</a:t>
            </a:r>
          </a:p>
        </p:txBody>
      </p:sp>
      <p:sp>
        <p:nvSpPr>
          <p:cNvPr id="5" name="Text Placeholder 4">
            <a:extLst>
              <a:ext uri="{FF2B5EF4-FFF2-40B4-BE49-F238E27FC236}">
                <a16:creationId xmlns:a16="http://schemas.microsoft.com/office/drawing/2014/main" id="{1714E40B-C52C-407A-9311-46FDCD84CB5A}"/>
              </a:ext>
            </a:extLst>
          </p:cNvPr>
          <p:cNvSpPr>
            <a:spLocks noGrp="1"/>
          </p:cNvSpPr>
          <p:nvPr>
            <p:ph type="body" sz="quarter" idx="3" hasCustomPrompt="1"/>
          </p:nvPr>
        </p:nvSpPr>
        <p:spPr>
          <a:xfrm>
            <a:off x="7629525" y="1919288"/>
            <a:ext cx="3657600" cy="640080"/>
          </a:xfrm>
        </p:spPr>
        <p:txBody>
          <a:bodyPr anchor="b">
            <a:normAutofit/>
          </a:bodyPr>
          <a:lstStyle>
            <a:lvl1pPr marL="0" indent="0">
              <a:buNone/>
              <a:defRPr sz="1800" b="0">
                <a:solidFill>
                  <a:schemeClr val="accent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0596ED23-22F0-421E-849C-630BEABF8BD0}"/>
              </a:ext>
            </a:extLst>
          </p:cNvPr>
          <p:cNvSpPr>
            <a:spLocks noGrp="1"/>
          </p:cNvSpPr>
          <p:nvPr>
            <p:ph sz="quarter" idx="4" hasCustomPrompt="1"/>
          </p:nvPr>
        </p:nvSpPr>
        <p:spPr>
          <a:xfrm>
            <a:off x="7629525" y="2686050"/>
            <a:ext cx="3657600" cy="2743200"/>
          </a:xfrm>
        </p:spPr>
        <p:txBody>
          <a:bodyPr>
            <a:normAutofit/>
          </a:bodyPr>
          <a:lstStyle>
            <a:lvl1pPr marL="0" indent="0">
              <a:lnSpc>
                <a:spcPts val="2000"/>
              </a:lnSpc>
              <a:spcBef>
                <a:spcPts val="0"/>
              </a:spcBef>
              <a:buNone/>
              <a:defRPr sz="1400"/>
            </a:lvl1pPr>
            <a:lvl2pPr marL="457200" indent="0">
              <a:buNone/>
              <a:defRPr sz="1400"/>
            </a:lvl2pPr>
            <a:lvl3pPr marL="914400" indent="0">
              <a:buNone/>
              <a:defRPr sz="1400"/>
            </a:lvl3pPr>
            <a:lvl4pPr marL="1371600" indent="0">
              <a:buNone/>
              <a:defRPr sz="1400"/>
            </a:lvl4pPr>
            <a:lvl5pPr marL="1828800" indent="0">
              <a:buNone/>
              <a:defRPr sz="1400"/>
            </a:lvl5pPr>
          </a:lstStyle>
          <a:p>
            <a:pPr lvl="0"/>
            <a:r>
              <a:rPr lang="en-US" dirty="0"/>
              <a:t>Click to edit text</a:t>
            </a:r>
          </a:p>
        </p:txBody>
      </p:sp>
      <p:sp>
        <p:nvSpPr>
          <p:cNvPr id="7" name="Date Placeholder 6">
            <a:extLst>
              <a:ext uri="{FF2B5EF4-FFF2-40B4-BE49-F238E27FC236}">
                <a16:creationId xmlns:a16="http://schemas.microsoft.com/office/drawing/2014/main" id="{860A2F77-6CFB-4347-9224-EFAA0C0EF3DB}"/>
              </a:ext>
            </a:extLst>
          </p:cNvPr>
          <p:cNvSpPr>
            <a:spLocks noGrp="1"/>
          </p:cNvSpPr>
          <p:nvPr>
            <p:ph type="dt" sz="half" idx="10"/>
          </p:nvPr>
        </p:nvSpPr>
        <p:spPr/>
        <p:txBody>
          <a:bodyPr/>
          <a:lstStyle>
            <a:lvl1pPr>
              <a:defRPr>
                <a:solidFill>
                  <a:schemeClr val="bg1"/>
                </a:solidFill>
              </a:defRPr>
            </a:lvl1pPr>
          </a:lstStyle>
          <a:p>
            <a:r>
              <a:rPr lang="en-US" dirty="0"/>
              <a:t>7/14/20XX</a:t>
            </a:r>
          </a:p>
        </p:txBody>
      </p:sp>
      <p:sp>
        <p:nvSpPr>
          <p:cNvPr id="8" name="Footer Placeholder 7">
            <a:extLst>
              <a:ext uri="{FF2B5EF4-FFF2-40B4-BE49-F238E27FC236}">
                <a16:creationId xmlns:a16="http://schemas.microsoft.com/office/drawing/2014/main" id="{97C1F45E-8700-4861-AD21-BB7A09E1305A}"/>
              </a:ext>
            </a:extLst>
          </p:cNvPr>
          <p:cNvSpPr>
            <a:spLocks noGrp="1"/>
          </p:cNvSpPr>
          <p:nvPr>
            <p:ph type="ftr" sz="quarter" idx="11"/>
          </p:nvPr>
        </p:nvSpPr>
        <p:spPr/>
        <p:txBody>
          <a:bodyPr/>
          <a:lstStyle>
            <a:lvl1pPr>
              <a:defRPr>
                <a:solidFill>
                  <a:schemeClr val="bg1"/>
                </a:solidFill>
              </a:defRPr>
            </a:lvl1pPr>
          </a:lstStyle>
          <a:p>
            <a:r>
              <a:rPr lang="en-US" dirty="0"/>
              <a:t>Pitch deck title</a:t>
            </a:r>
          </a:p>
        </p:txBody>
      </p:sp>
      <p:sp>
        <p:nvSpPr>
          <p:cNvPr id="9" name="Slide Number Placeholder 8">
            <a:extLst>
              <a:ext uri="{FF2B5EF4-FFF2-40B4-BE49-F238E27FC236}">
                <a16:creationId xmlns:a16="http://schemas.microsoft.com/office/drawing/2014/main" id="{B7283171-31EE-44C7-A031-9F840EDEC10C}"/>
              </a:ext>
            </a:extLst>
          </p:cNvPr>
          <p:cNvSpPr>
            <a:spLocks noGrp="1"/>
          </p:cNvSpPr>
          <p:nvPr>
            <p:ph type="sldNum" sz="quarter" idx="12"/>
          </p:nvPr>
        </p:nvSpPr>
        <p:spPr/>
        <p:txBody>
          <a:bodyPr/>
          <a:lstStyle>
            <a:lvl1pPr>
              <a:defRPr>
                <a:solidFill>
                  <a:schemeClr val="bg1"/>
                </a:solidFill>
              </a:defRPr>
            </a:lvl1pPr>
          </a:lstStyle>
          <a:p>
            <a:fld id="{B5CEABB6-07DC-46E8-9B57-56EC44A396E5}" type="slidenum">
              <a:rPr lang="en-US" smtClean="0"/>
              <a:pPr/>
              <a:t>‹#›</a:t>
            </a:fld>
            <a:endParaRPr lang="en-US" dirty="0"/>
          </a:p>
        </p:txBody>
      </p:sp>
      <p:sp>
        <p:nvSpPr>
          <p:cNvPr id="15" name="Rectangle 14">
            <a:extLst>
              <a:ext uri="{FF2B5EF4-FFF2-40B4-BE49-F238E27FC236}">
                <a16:creationId xmlns:a16="http://schemas.microsoft.com/office/drawing/2014/main" id="{F0D2B628-14C7-401D-8451-24C64BCF3CCA}"/>
              </a:ext>
              <a:ext uri="{C183D7F6-B498-43B3-948B-1728B52AA6E4}">
                <adec:decorative xmlns:adec="http://schemas.microsoft.com/office/drawing/2017/decorative" val="1"/>
              </a:ext>
            </a:extLst>
          </p:cNvPr>
          <p:cNvSpPr/>
          <p:nvPr userDrawn="1"/>
        </p:nvSpPr>
        <p:spPr>
          <a:xfrm>
            <a:off x="2817876" y="1690688"/>
            <a:ext cx="228600" cy="38862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507469819"/>
      </p:ext>
    </p:extLst>
  </p:cSld>
  <p:clrMapOvr>
    <a:masterClrMapping/>
  </p:clrMapOvr>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Growth">
    <p:spTree>
      <p:nvGrpSpPr>
        <p:cNvPr id="1" name=""/>
        <p:cNvGrpSpPr/>
        <p:nvPr/>
      </p:nvGrpSpPr>
      <p:grpSpPr>
        <a:xfrm>
          <a:off x="0" y="0"/>
          <a:ext cx="0" cy="0"/>
          <a:chOff x="0" y="0"/>
          <a:chExt cx="0" cy="0"/>
        </a:xfrm>
      </p:grpSpPr>
      <p:sp>
        <p:nvSpPr>
          <p:cNvPr id="28" name="Picture Placeholder 27">
            <a:extLst>
              <a:ext uri="{FF2B5EF4-FFF2-40B4-BE49-F238E27FC236}">
                <a16:creationId xmlns:a16="http://schemas.microsoft.com/office/drawing/2014/main" id="{121B4B07-1B80-41CF-89AC-82A7628C9D74}"/>
              </a:ext>
            </a:extLst>
          </p:cNvPr>
          <p:cNvSpPr>
            <a:spLocks noGrp="1"/>
          </p:cNvSpPr>
          <p:nvPr>
            <p:ph type="pic" sz="quarter" idx="13"/>
          </p:nvPr>
        </p:nvSpPr>
        <p:spPr>
          <a:xfrm>
            <a:off x="1524" y="0"/>
            <a:ext cx="12188952" cy="6858000"/>
          </a:xfrm>
          <a:custGeom>
            <a:avLst/>
            <a:gdLst>
              <a:gd name="connsiteX0" fmla="*/ 7789164 w 12188952"/>
              <a:gd name="connsiteY0" fmla="*/ 2468880 h 6858000"/>
              <a:gd name="connsiteX1" fmla="*/ 7789164 w 12188952"/>
              <a:gd name="connsiteY1" fmla="*/ 2697480 h 6858000"/>
              <a:gd name="connsiteX2" fmla="*/ 10715244 w 12188952"/>
              <a:gd name="connsiteY2" fmla="*/ 2697480 h 6858000"/>
              <a:gd name="connsiteX3" fmla="*/ 10715244 w 12188952"/>
              <a:gd name="connsiteY3" fmla="*/ 2468880 h 6858000"/>
              <a:gd name="connsiteX4" fmla="*/ 4634484 w 12188952"/>
              <a:gd name="connsiteY4" fmla="*/ 2468880 h 6858000"/>
              <a:gd name="connsiteX5" fmla="*/ 4634484 w 12188952"/>
              <a:gd name="connsiteY5" fmla="*/ 2697480 h 6858000"/>
              <a:gd name="connsiteX6" fmla="*/ 7560564 w 12188952"/>
              <a:gd name="connsiteY6" fmla="*/ 2697480 h 6858000"/>
              <a:gd name="connsiteX7" fmla="*/ 7560564 w 12188952"/>
              <a:gd name="connsiteY7" fmla="*/ 2468880 h 6858000"/>
              <a:gd name="connsiteX8" fmla="*/ 1443228 w 12188952"/>
              <a:gd name="connsiteY8" fmla="*/ 2468880 h 6858000"/>
              <a:gd name="connsiteX9" fmla="*/ 1443228 w 12188952"/>
              <a:gd name="connsiteY9" fmla="*/ 2697480 h 6858000"/>
              <a:gd name="connsiteX10" fmla="*/ 4369308 w 12188952"/>
              <a:gd name="connsiteY10" fmla="*/ 2697480 h 6858000"/>
              <a:gd name="connsiteX11" fmla="*/ 4369308 w 12188952"/>
              <a:gd name="connsiteY11" fmla="*/ 2468880 h 6858000"/>
              <a:gd name="connsiteX12" fmla="*/ 0 w 12188952"/>
              <a:gd name="connsiteY12" fmla="*/ 0 h 6858000"/>
              <a:gd name="connsiteX13" fmla="*/ 12188952 w 12188952"/>
              <a:gd name="connsiteY13" fmla="*/ 0 h 6858000"/>
              <a:gd name="connsiteX14" fmla="*/ 12188952 w 12188952"/>
              <a:gd name="connsiteY14" fmla="*/ 6858000 h 6858000"/>
              <a:gd name="connsiteX15" fmla="*/ 0 w 12188952"/>
              <a:gd name="connsiteY15"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88952" h="6858000">
                <a:moveTo>
                  <a:pt x="7789164" y="2468880"/>
                </a:moveTo>
                <a:lnTo>
                  <a:pt x="7789164" y="2697480"/>
                </a:lnTo>
                <a:lnTo>
                  <a:pt x="10715244" y="2697480"/>
                </a:lnTo>
                <a:lnTo>
                  <a:pt x="10715244" y="2468880"/>
                </a:lnTo>
                <a:close/>
                <a:moveTo>
                  <a:pt x="4634484" y="2468880"/>
                </a:moveTo>
                <a:lnTo>
                  <a:pt x="4634484" y="2697480"/>
                </a:lnTo>
                <a:lnTo>
                  <a:pt x="7560564" y="2697480"/>
                </a:lnTo>
                <a:lnTo>
                  <a:pt x="7560564" y="2468880"/>
                </a:lnTo>
                <a:close/>
                <a:moveTo>
                  <a:pt x="1443228" y="2468880"/>
                </a:moveTo>
                <a:lnTo>
                  <a:pt x="1443228" y="2697480"/>
                </a:lnTo>
                <a:lnTo>
                  <a:pt x="4369308" y="2697480"/>
                </a:lnTo>
                <a:lnTo>
                  <a:pt x="4369308" y="2468880"/>
                </a:lnTo>
                <a:close/>
                <a:moveTo>
                  <a:pt x="0" y="0"/>
                </a:moveTo>
                <a:lnTo>
                  <a:pt x="12188952" y="0"/>
                </a:lnTo>
                <a:lnTo>
                  <a:pt x="12188952" y="6858000"/>
                </a:lnTo>
                <a:lnTo>
                  <a:pt x="0" y="6858000"/>
                </a:lnTo>
                <a:close/>
              </a:path>
            </a:pathLst>
          </a:custGeom>
          <a:solidFill>
            <a:schemeClr val="accent6">
              <a:lumMod val="20000"/>
              <a:lumOff val="80000"/>
            </a:schemeClr>
          </a:solidFill>
        </p:spPr>
        <p:txBody>
          <a:bodyPr wrap="square">
            <a:noAutofit/>
          </a:bodyPr>
          <a:lstStyle/>
          <a:p>
            <a:r>
              <a:rPr lang="en-US"/>
              <a:t>Click icon to add picture</a:t>
            </a:r>
            <a:endParaRPr lang="en-US" dirty="0"/>
          </a:p>
        </p:txBody>
      </p:sp>
      <p:sp>
        <p:nvSpPr>
          <p:cNvPr id="2" name="Title 1">
            <a:extLst>
              <a:ext uri="{FF2B5EF4-FFF2-40B4-BE49-F238E27FC236}">
                <a16:creationId xmlns:a16="http://schemas.microsoft.com/office/drawing/2014/main" id="{5FC626A5-4FF6-42BD-858A-AE4B2C23A6BC}"/>
              </a:ext>
            </a:extLst>
          </p:cNvPr>
          <p:cNvSpPr>
            <a:spLocks noGrp="1"/>
          </p:cNvSpPr>
          <p:nvPr>
            <p:ph type="title"/>
          </p:nvPr>
        </p:nvSpPr>
        <p:spPr/>
        <p:txBody>
          <a:bodyPr/>
          <a:lstStyle>
            <a:lvl1pPr algn="ctr">
              <a:defRPr>
                <a:solidFill>
                  <a:schemeClr val="bg1"/>
                </a:solidFill>
              </a:defRPr>
            </a:lvl1pPr>
          </a:lstStyle>
          <a:p>
            <a:r>
              <a:rPr lang="en-US"/>
              <a:t>Click to edit Master title style</a:t>
            </a:r>
            <a:endParaRPr lang="en-ZA" dirty="0"/>
          </a:p>
        </p:txBody>
      </p:sp>
      <p:sp>
        <p:nvSpPr>
          <p:cNvPr id="6" name="Footer Placeholder 5">
            <a:extLst>
              <a:ext uri="{FF2B5EF4-FFF2-40B4-BE49-F238E27FC236}">
                <a16:creationId xmlns:a16="http://schemas.microsoft.com/office/drawing/2014/main" id="{29E5E346-F307-4307-949D-77CDB6E6577A}"/>
              </a:ext>
            </a:extLst>
          </p:cNvPr>
          <p:cNvSpPr>
            <a:spLocks noGrp="1"/>
          </p:cNvSpPr>
          <p:nvPr>
            <p:ph type="ftr" sz="quarter" idx="10"/>
          </p:nvPr>
        </p:nvSpPr>
        <p:spPr/>
        <p:txBody>
          <a:bodyPr/>
          <a:lstStyle>
            <a:lvl1pPr>
              <a:defRPr>
                <a:solidFill>
                  <a:schemeClr val="bg1"/>
                </a:solidFill>
              </a:defRPr>
            </a:lvl1pPr>
          </a:lstStyle>
          <a:p>
            <a:r>
              <a:rPr lang="en-ZA" dirty="0"/>
              <a:t>Pitch deck title</a:t>
            </a:r>
          </a:p>
        </p:txBody>
      </p:sp>
      <p:sp>
        <p:nvSpPr>
          <p:cNvPr id="7" name="Slide Number Placeholder 6">
            <a:extLst>
              <a:ext uri="{FF2B5EF4-FFF2-40B4-BE49-F238E27FC236}">
                <a16:creationId xmlns:a16="http://schemas.microsoft.com/office/drawing/2014/main" id="{BB4446C0-A637-4726-88A6-815A6AB63B96}"/>
              </a:ext>
            </a:extLst>
          </p:cNvPr>
          <p:cNvSpPr>
            <a:spLocks noGrp="1"/>
          </p:cNvSpPr>
          <p:nvPr>
            <p:ph type="sldNum" sz="quarter" idx="11"/>
          </p:nvPr>
        </p:nvSpPr>
        <p:spPr/>
        <p:txBody>
          <a:bodyPr/>
          <a:lstStyle>
            <a:lvl1pPr>
              <a:defRPr>
                <a:solidFill>
                  <a:schemeClr val="bg1"/>
                </a:solidFill>
              </a:defRPr>
            </a:lvl1pPr>
          </a:lstStyle>
          <a:p>
            <a:fld id="{19B51A1E-902D-48AF-9020-955120F399B6}" type="slidenum">
              <a:rPr lang="en-ZA" smtClean="0"/>
              <a:pPr/>
              <a:t>‹#›</a:t>
            </a:fld>
            <a:endParaRPr lang="en-ZA" dirty="0"/>
          </a:p>
        </p:txBody>
      </p:sp>
      <p:sp>
        <p:nvSpPr>
          <p:cNvPr id="4" name="Text Placeholder 3">
            <a:extLst>
              <a:ext uri="{FF2B5EF4-FFF2-40B4-BE49-F238E27FC236}">
                <a16:creationId xmlns:a16="http://schemas.microsoft.com/office/drawing/2014/main" id="{38840922-E552-4901-81AD-E458DA6BF7FE}"/>
              </a:ext>
            </a:extLst>
          </p:cNvPr>
          <p:cNvSpPr>
            <a:spLocks noGrp="1"/>
          </p:cNvSpPr>
          <p:nvPr>
            <p:ph type="body" sz="quarter" idx="39" hasCustomPrompt="1"/>
          </p:nvPr>
        </p:nvSpPr>
        <p:spPr>
          <a:xfrm>
            <a:off x="1066800" y="1525143"/>
            <a:ext cx="10058400" cy="548640"/>
          </a:xfrm>
        </p:spPr>
        <p:txBody>
          <a:bodyPr>
            <a:noAutofit/>
          </a:bodyPr>
          <a:lstStyle>
            <a:lvl1pPr marL="0" indent="0" algn="ctr">
              <a:buNone/>
              <a:defRPr sz="2000">
                <a:solidFill>
                  <a:schemeClr val="bg1"/>
                </a:solidFill>
                <a:latin typeface="+mj-lt"/>
              </a:defRPr>
            </a:lvl1pPr>
            <a:lvl2pPr marL="457200" indent="0" algn="ctr">
              <a:buNone/>
              <a:defRPr sz="2400">
                <a:latin typeface="+mj-lt"/>
              </a:defRPr>
            </a:lvl2pPr>
            <a:lvl3pPr marL="914400" indent="0" algn="ctr">
              <a:buNone/>
              <a:defRPr sz="2400">
                <a:latin typeface="+mj-lt"/>
              </a:defRPr>
            </a:lvl3pPr>
            <a:lvl4pPr marL="1371600" indent="0" algn="ctr">
              <a:buNone/>
              <a:defRPr sz="2400">
                <a:latin typeface="+mj-lt"/>
              </a:defRPr>
            </a:lvl4pPr>
            <a:lvl5pPr marL="1828800" indent="0" algn="ctr">
              <a:buNone/>
              <a:defRPr sz="2400">
                <a:latin typeface="+mj-lt"/>
              </a:defRPr>
            </a:lvl5pPr>
          </a:lstStyle>
          <a:p>
            <a:pPr lvl="0"/>
            <a:r>
              <a:rPr lang="en-US" dirty="0"/>
              <a:t>Click to edit subtitle</a:t>
            </a:r>
          </a:p>
        </p:txBody>
      </p:sp>
      <p:sp>
        <p:nvSpPr>
          <p:cNvPr id="17" name="Date Placeholder 6">
            <a:extLst>
              <a:ext uri="{FF2B5EF4-FFF2-40B4-BE49-F238E27FC236}">
                <a16:creationId xmlns:a16="http://schemas.microsoft.com/office/drawing/2014/main" id="{5DC05003-DC7F-4DC2-9902-F09425302D88}"/>
              </a:ext>
            </a:extLst>
          </p:cNvPr>
          <p:cNvSpPr>
            <a:spLocks noGrp="1"/>
          </p:cNvSpPr>
          <p:nvPr>
            <p:ph type="dt" sz="half" idx="40"/>
          </p:nvPr>
        </p:nvSpPr>
        <p:spPr>
          <a:xfrm>
            <a:off x="838200" y="6356350"/>
            <a:ext cx="2743200" cy="365125"/>
          </a:xfrm>
        </p:spPr>
        <p:txBody>
          <a:bodyPr/>
          <a:lstStyle>
            <a:lvl1pPr>
              <a:defRPr>
                <a:solidFill>
                  <a:schemeClr val="bg1"/>
                </a:solidFill>
              </a:defRPr>
            </a:lvl1pPr>
          </a:lstStyle>
          <a:p>
            <a:r>
              <a:rPr lang="en-US" dirty="0"/>
              <a:t>7/14/20XX</a:t>
            </a:r>
          </a:p>
        </p:txBody>
      </p:sp>
      <p:sp>
        <p:nvSpPr>
          <p:cNvPr id="16" name="Text Placeholder 8">
            <a:extLst>
              <a:ext uri="{FF2B5EF4-FFF2-40B4-BE49-F238E27FC236}">
                <a16:creationId xmlns:a16="http://schemas.microsoft.com/office/drawing/2014/main" id="{7E5DD934-36C9-4200-9B07-20B7B5F9B9D3}"/>
              </a:ext>
            </a:extLst>
          </p:cNvPr>
          <p:cNvSpPr>
            <a:spLocks noGrp="1"/>
          </p:cNvSpPr>
          <p:nvPr>
            <p:ph type="body" sz="quarter" idx="41" hasCustomPrompt="1"/>
          </p:nvPr>
        </p:nvSpPr>
        <p:spPr>
          <a:xfrm>
            <a:off x="1444752" y="2697480"/>
            <a:ext cx="2926080" cy="2504064"/>
          </a:xfrm>
          <a:solidFill>
            <a:schemeClr val="bg1">
              <a:alpha val="90000"/>
            </a:schemeClr>
          </a:solidFill>
        </p:spPr>
        <p:txBody>
          <a:bodyPr tIns="502920">
            <a:noAutofit/>
          </a:bodyPr>
          <a:lstStyle>
            <a:lvl1pPr marL="0" indent="0" algn="ctr">
              <a:buFont typeface="Arial" panose="020B0604020202020204" pitchFamily="34" charset="0"/>
              <a:buNone/>
              <a:defRPr sz="1800" cap="all" baseline="0">
                <a:solidFill>
                  <a:schemeClr val="accent1"/>
                </a:solidFill>
                <a:latin typeface="+mj-lt"/>
              </a:defRPr>
            </a:lvl1pPr>
          </a:lstStyle>
          <a:p>
            <a:pPr lvl="0"/>
            <a:r>
              <a:rPr lang="en-US" dirty="0"/>
              <a:t>Bullet 2</a:t>
            </a:r>
            <a:endParaRPr lang="en-ZA" dirty="0"/>
          </a:p>
        </p:txBody>
      </p:sp>
      <p:sp>
        <p:nvSpPr>
          <p:cNvPr id="18" name="Text Placeholder 8">
            <a:extLst>
              <a:ext uri="{FF2B5EF4-FFF2-40B4-BE49-F238E27FC236}">
                <a16:creationId xmlns:a16="http://schemas.microsoft.com/office/drawing/2014/main" id="{6131369D-6688-434C-89C0-00892AA26C87}"/>
              </a:ext>
            </a:extLst>
          </p:cNvPr>
          <p:cNvSpPr>
            <a:spLocks noGrp="1"/>
          </p:cNvSpPr>
          <p:nvPr>
            <p:ph type="body" sz="quarter" idx="42" hasCustomPrompt="1"/>
          </p:nvPr>
        </p:nvSpPr>
        <p:spPr>
          <a:xfrm>
            <a:off x="4636008" y="2697587"/>
            <a:ext cx="2926080" cy="2505345"/>
          </a:xfrm>
          <a:solidFill>
            <a:schemeClr val="bg1">
              <a:alpha val="90000"/>
            </a:schemeClr>
          </a:solidFill>
        </p:spPr>
        <p:txBody>
          <a:bodyPr tIns="502920">
            <a:noAutofit/>
          </a:bodyPr>
          <a:lstStyle>
            <a:lvl1pPr marL="0" indent="0" algn="ctr">
              <a:buFont typeface="Arial" panose="020B0604020202020204" pitchFamily="34" charset="0"/>
              <a:buNone/>
              <a:defRPr sz="1800" cap="all" baseline="0">
                <a:solidFill>
                  <a:schemeClr val="accent1"/>
                </a:solidFill>
                <a:latin typeface="+mj-lt"/>
              </a:defRPr>
            </a:lvl1pPr>
          </a:lstStyle>
          <a:p>
            <a:pPr lvl="0"/>
            <a:r>
              <a:rPr lang="en-US" dirty="0"/>
              <a:t>Bullet 3</a:t>
            </a:r>
            <a:endParaRPr lang="en-ZA" dirty="0"/>
          </a:p>
        </p:txBody>
      </p:sp>
      <p:sp>
        <p:nvSpPr>
          <p:cNvPr id="19" name="Text Placeholder 8">
            <a:extLst>
              <a:ext uri="{FF2B5EF4-FFF2-40B4-BE49-F238E27FC236}">
                <a16:creationId xmlns:a16="http://schemas.microsoft.com/office/drawing/2014/main" id="{255864CA-BF08-4C2C-88EB-589BDFBE27B3}"/>
              </a:ext>
            </a:extLst>
          </p:cNvPr>
          <p:cNvSpPr>
            <a:spLocks noGrp="1"/>
          </p:cNvSpPr>
          <p:nvPr>
            <p:ph type="body" sz="quarter" idx="43" hasCustomPrompt="1"/>
          </p:nvPr>
        </p:nvSpPr>
        <p:spPr>
          <a:xfrm>
            <a:off x="7790688" y="2697587"/>
            <a:ext cx="2926080" cy="2505345"/>
          </a:xfrm>
          <a:solidFill>
            <a:schemeClr val="bg1">
              <a:alpha val="90000"/>
            </a:schemeClr>
          </a:solidFill>
        </p:spPr>
        <p:txBody>
          <a:bodyPr tIns="502920">
            <a:noAutofit/>
          </a:bodyPr>
          <a:lstStyle>
            <a:lvl1pPr marL="0" indent="0" algn="ctr">
              <a:buFont typeface="Arial" panose="020B0604020202020204" pitchFamily="34" charset="0"/>
              <a:buNone/>
              <a:defRPr sz="1800" cap="all" baseline="0">
                <a:solidFill>
                  <a:schemeClr val="accent1"/>
                </a:solidFill>
                <a:latin typeface="+mj-lt"/>
              </a:defRPr>
            </a:lvl1pPr>
          </a:lstStyle>
          <a:p>
            <a:pPr lvl="0"/>
            <a:r>
              <a:rPr lang="en-US" dirty="0"/>
              <a:t>Bullet 4</a:t>
            </a:r>
            <a:endParaRPr lang="en-ZA" dirty="0"/>
          </a:p>
        </p:txBody>
      </p:sp>
      <p:sp>
        <p:nvSpPr>
          <p:cNvPr id="29" name="Rectangle 28">
            <a:extLst>
              <a:ext uri="{FF2B5EF4-FFF2-40B4-BE49-F238E27FC236}">
                <a16:creationId xmlns:a16="http://schemas.microsoft.com/office/drawing/2014/main" id="{9B0287FA-646A-4E57-8C1A-1931B75F19B1}"/>
              </a:ext>
              <a:ext uri="{C183D7F6-B498-43B3-948B-1728B52AA6E4}">
                <adec:decorative xmlns:adec="http://schemas.microsoft.com/office/drawing/2017/decorative" val="1"/>
              </a:ext>
            </a:extLst>
          </p:cNvPr>
          <p:cNvSpPr/>
          <p:nvPr userDrawn="1"/>
        </p:nvSpPr>
        <p:spPr>
          <a:xfrm>
            <a:off x="4636008" y="2468880"/>
            <a:ext cx="2926080" cy="2286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 name="Rectangle 29">
            <a:extLst>
              <a:ext uri="{FF2B5EF4-FFF2-40B4-BE49-F238E27FC236}">
                <a16:creationId xmlns:a16="http://schemas.microsoft.com/office/drawing/2014/main" id="{3ED43C36-F674-49C6-8542-3721B150B182}"/>
              </a:ext>
              <a:ext uri="{C183D7F6-B498-43B3-948B-1728B52AA6E4}">
                <adec:decorative xmlns:adec="http://schemas.microsoft.com/office/drawing/2017/decorative" val="1"/>
              </a:ext>
            </a:extLst>
          </p:cNvPr>
          <p:cNvSpPr/>
          <p:nvPr userDrawn="1"/>
        </p:nvSpPr>
        <p:spPr>
          <a:xfrm>
            <a:off x="7790688" y="2468880"/>
            <a:ext cx="2926080" cy="2286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1" name="Rectangle 30">
            <a:extLst>
              <a:ext uri="{FF2B5EF4-FFF2-40B4-BE49-F238E27FC236}">
                <a16:creationId xmlns:a16="http://schemas.microsoft.com/office/drawing/2014/main" id="{DCCF3302-2960-44AC-A88C-4C281751163B}"/>
              </a:ext>
              <a:ext uri="{C183D7F6-B498-43B3-948B-1728B52AA6E4}">
                <adec:decorative xmlns:adec="http://schemas.microsoft.com/office/drawing/2017/decorative" val="1"/>
              </a:ext>
            </a:extLst>
          </p:cNvPr>
          <p:cNvSpPr/>
          <p:nvPr userDrawn="1"/>
        </p:nvSpPr>
        <p:spPr>
          <a:xfrm>
            <a:off x="1444752" y="2468880"/>
            <a:ext cx="2926080" cy="2286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Text Placeholder 10">
            <a:extLst>
              <a:ext uri="{FF2B5EF4-FFF2-40B4-BE49-F238E27FC236}">
                <a16:creationId xmlns:a16="http://schemas.microsoft.com/office/drawing/2014/main" id="{39809F78-EA1B-4C23-A53E-7DE8B4A6AE1D}"/>
              </a:ext>
            </a:extLst>
          </p:cNvPr>
          <p:cNvSpPr>
            <a:spLocks noGrp="1"/>
          </p:cNvSpPr>
          <p:nvPr>
            <p:ph type="body" sz="quarter" idx="34" hasCustomPrompt="1"/>
          </p:nvPr>
        </p:nvSpPr>
        <p:spPr>
          <a:xfrm>
            <a:off x="1673352" y="3584448"/>
            <a:ext cx="2468880" cy="1371600"/>
          </a:xfrm>
        </p:spPr>
        <p:txBody>
          <a:bodyPr/>
          <a:lstStyle>
            <a:lvl1pPr marL="0" indent="0" algn="ctr">
              <a:lnSpc>
                <a:spcPts val="2200"/>
              </a:lnSpc>
              <a:spcBef>
                <a:spcPts val="0"/>
              </a:spcBef>
              <a:buNone/>
              <a:defRPr sz="1400">
                <a:solidFill>
                  <a:schemeClr val="tx1"/>
                </a:solidFill>
              </a:defRPr>
            </a:lvl1pPr>
          </a:lstStyle>
          <a:p>
            <a:pPr lvl="0"/>
            <a:r>
              <a:rPr lang="en-US" dirty="0"/>
              <a:t>Bullet Description</a:t>
            </a:r>
            <a:endParaRPr lang="en-ZA" dirty="0"/>
          </a:p>
        </p:txBody>
      </p:sp>
      <p:sp>
        <p:nvSpPr>
          <p:cNvPr id="12" name="Text Placeholder 10">
            <a:extLst>
              <a:ext uri="{FF2B5EF4-FFF2-40B4-BE49-F238E27FC236}">
                <a16:creationId xmlns:a16="http://schemas.microsoft.com/office/drawing/2014/main" id="{20AEB661-858B-44C9-9484-E540E04AD365}"/>
              </a:ext>
            </a:extLst>
          </p:cNvPr>
          <p:cNvSpPr>
            <a:spLocks noGrp="1"/>
          </p:cNvSpPr>
          <p:nvPr>
            <p:ph type="body" sz="quarter" idx="36" hasCustomPrompt="1"/>
          </p:nvPr>
        </p:nvSpPr>
        <p:spPr>
          <a:xfrm>
            <a:off x="4873775" y="3584448"/>
            <a:ext cx="2468880" cy="1371600"/>
          </a:xfrm>
        </p:spPr>
        <p:txBody>
          <a:bodyPr/>
          <a:lstStyle>
            <a:lvl1pPr marL="0" indent="0" algn="ctr">
              <a:lnSpc>
                <a:spcPts val="2200"/>
              </a:lnSpc>
              <a:spcBef>
                <a:spcPts val="0"/>
              </a:spcBef>
              <a:buNone/>
              <a:defRPr sz="1400">
                <a:solidFill>
                  <a:schemeClr val="tx1"/>
                </a:solidFill>
              </a:defRPr>
            </a:lvl1pPr>
          </a:lstStyle>
          <a:p>
            <a:pPr lvl="0"/>
            <a:r>
              <a:rPr lang="en-US" dirty="0"/>
              <a:t>Bullet Description</a:t>
            </a:r>
            <a:endParaRPr lang="en-ZA" dirty="0"/>
          </a:p>
        </p:txBody>
      </p:sp>
      <p:sp>
        <p:nvSpPr>
          <p:cNvPr id="14" name="Text Placeholder 10">
            <a:extLst>
              <a:ext uri="{FF2B5EF4-FFF2-40B4-BE49-F238E27FC236}">
                <a16:creationId xmlns:a16="http://schemas.microsoft.com/office/drawing/2014/main" id="{CCEAE0AB-74EC-4097-A534-A578F1097938}"/>
              </a:ext>
            </a:extLst>
          </p:cNvPr>
          <p:cNvSpPr>
            <a:spLocks noGrp="1"/>
          </p:cNvSpPr>
          <p:nvPr>
            <p:ph type="body" sz="quarter" idx="38" hasCustomPrompt="1"/>
          </p:nvPr>
        </p:nvSpPr>
        <p:spPr>
          <a:xfrm>
            <a:off x="8019288" y="3584448"/>
            <a:ext cx="2468880" cy="1371600"/>
          </a:xfrm>
        </p:spPr>
        <p:txBody>
          <a:bodyPr/>
          <a:lstStyle>
            <a:lvl1pPr marL="0" indent="0" algn="ctr">
              <a:lnSpc>
                <a:spcPts val="2200"/>
              </a:lnSpc>
              <a:spcBef>
                <a:spcPts val="0"/>
              </a:spcBef>
              <a:buNone/>
              <a:defRPr sz="1400">
                <a:solidFill>
                  <a:schemeClr val="tx1"/>
                </a:solidFill>
              </a:defRPr>
            </a:lvl1pPr>
          </a:lstStyle>
          <a:p>
            <a:pPr lvl="0"/>
            <a:r>
              <a:rPr lang="en-US" dirty="0"/>
              <a:t>Bullet Description</a:t>
            </a:r>
            <a:endParaRPr lang="en-ZA" dirty="0"/>
          </a:p>
        </p:txBody>
      </p:sp>
    </p:spTree>
    <p:extLst>
      <p:ext uri="{BB962C8B-B14F-4D97-AF65-F5344CB8AC3E}">
        <p14:creationId xmlns:p14="http://schemas.microsoft.com/office/powerpoint/2010/main" val="309957838"/>
      </p:ext>
    </p:extLst>
  </p:cSld>
  <p:clrMapOvr>
    <a:masterClrMapping/>
  </p:clrMapOvr>
  <p:extLst>
    <p:ext uri="{DCECCB84-F9BA-43D5-87BE-67443E8EF086}">
      <p15:sldGuideLst xmlns:p15="http://schemas.microsoft.com/office/powerpoint/2012/main">
        <p15:guide id="1" orient="horz" pos="768"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Quadra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C626A5-4FF6-42BD-858A-AE4B2C23A6BC}"/>
              </a:ext>
            </a:extLst>
          </p:cNvPr>
          <p:cNvSpPr>
            <a:spLocks noGrp="1"/>
          </p:cNvSpPr>
          <p:nvPr>
            <p:ph type="title"/>
          </p:nvPr>
        </p:nvSpPr>
        <p:spPr/>
        <p:txBody>
          <a:bodyPr/>
          <a:lstStyle>
            <a:lvl1pPr>
              <a:defRPr>
                <a:solidFill>
                  <a:schemeClr val="tx1"/>
                </a:solidFill>
              </a:defRPr>
            </a:lvl1pPr>
          </a:lstStyle>
          <a:p>
            <a:r>
              <a:rPr lang="en-US"/>
              <a:t>Click to edit Master title style</a:t>
            </a:r>
            <a:endParaRPr lang="en-ZA" dirty="0"/>
          </a:p>
        </p:txBody>
      </p:sp>
      <p:sp>
        <p:nvSpPr>
          <p:cNvPr id="6" name="Footer Placeholder 5">
            <a:extLst>
              <a:ext uri="{FF2B5EF4-FFF2-40B4-BE49-F238E27FC236}">
                <a16:creationId xmlns:a16="http://schemas.microsoft.com/office/drawing/2014/main" id="{29E5E346-F307-4307-949D-77CDB6E6577A}"/>
              </a:ext>
            </a:extLst>
          </p:cNvPr>
          <p:cNvSpPr>
            <a:spLocks noGrp="1"/>
          </p:cNvSpPr>
          <p:nvPr>
            <p:ph type="ftr" sz="quarter" idx="10"/>
          </p:nvPr>
        </p:nvSpPr>
        <p:spPr/>
        <p:txBody>
          <a:bodyPr/>
          <a:lstStyle>
            <a:lvl1pPr>
              <a:defRPr>
                <a:solidFill>
                  <a:schemeClr val="tx1">
                    <a:lumMod val="65000"/>
                    <a:lumOff val="35000"/>
                  </a:schemeClr>
                </a:solidFill>
              </a:defRPr>
            </a:lvl1pPr>
          </a:lstStyle>
          <a:p>
            <a:r>
              <a:rPr lang="en-ZA" dirty="0"/>
              <a:t>Pitch deck title</a:t>
            </a:r>
          </a:p>
        </p:txBody>
      </p:sp>
      <p:sp>
        <p:nvSpPr>
          <p:cNvPr id="7" name="Slide Number Placeholder 6">
            <a:extLst>
              <a:ext uri="{FF2B5EF4-FFF2-40B4-BE49-F238E27FC236}">
                <a16:creationId xmlns:a16="http://schemas.microsoft.com/office/drawing/2014/main" id="{BB4446C0-A637-4726-88A6-815A6AB63B96}"/>
              </a:ext>
            </a:extLst>
          </p:cNvPr>
          <p:cNvSpPr>
            <a:spLocks noGrp="1"/>
          </p:cNvSpPr>
          <p:nvPr>
            <p:ph type="sldNum" sz="quarter" idx="11"/>
          </p:nvPr>
        </p:nvSpPr>
        <p:spPr/>
        <p:txBody>
          <a:bodyPr/>
          <a:lstStyle>
            <a:lvl1pPr>
              <a:defRPr>
                <a:solidFill>
                  <a:schemeClr val="tx1">
                    <a:lumMod val="65000"/>
                    <a:lumOff val="35000"/>
                  </a:schemeClr>
                </a:solidFill>
              </a:defRPr>
            </a:lvl1pPr>
          </a:lstStyle>
          <a:p>
            <a:fld id="{19B51A1E-902D-48AF-9020-955120F399B6}" type="slidenum">
              <a:rPr lang="en-ZA" smtClean="0"/>
              <a:pPr/>
              <a:t>‹#›</a:t>
            </a:fld>
            <a:endParaRPr lang="en-ZA" dirty="0"/>
          </a:p>
        </p:txBody>
      </p:sp>
      <p:sp>
        <p:nvSpPr>
          <p:cNvPr id="15" name="Text Placeholder 5">
            <a:extLst>
              <a:ext uri="{FF2B5EF4-FFF2-40B4-BE49-F238E27FC236}">
                <a16:creationId xmlns:a16="http://schemas.microsoft.com/office/drawing/2014/main" id="{5487709A-3CB5-4242-9D31-5DAC5D0494A9}"/>
              </a:ext>
            </a:extLst>
          </p:cNvPr>
          <p:cNvSpPr>
            <a:spLocks noGrp="1"/>
          </p:cNvSpPr>
          <p:nvPr>
            <p:ph type="body" sz="quarter" idx="12" hasCustomPrompt="1"/>
          </p:nvPr>
        </p:nvSpPr>
        <p:spPr>
          <a:xfrm>
            <a:off x="5109000" y="2130552"/>
            <a:ext cx="2011680" cy="274320"/>
          </a:xfrm>
        </p:spPr>
        <p:txBody>
          <a:bodyPr/>
          <a:lstStyle>
            <a:lvl1pPr marL="0" indent="0" algn="ctr">
              <a:buFont typeface="Arial" panose="020B0604020202020204" pitchFamily="34" charset="0"/>
              <a:buNone/>
              <a:defRPr sz="1400">
                <a:solidFill>
                  <a:schemeClr val="tx1"/>
                </a:solidFill>
                <a:latin typeface="+mj-lt"/>
              </a:defRPr>
            </a:lvl1pPr>
          </a:lstStyle>
          <a:p>
            <a:pPr lvl="0"/>
            <a:r>
              <a:rPr lang="en-US" dirty="0"/>
              <a:t>Quadrant Title</a:t>
            </a:r>
          </a:p>
        </p:txBody>
      </p:sp>
      <p:sp>
        <p:nvSpPr>
          <p:cNvPr id="16" name="Text Placeholder 5">
            <a:extLst>
              <a:ext uri="{FF2B5EF4-FFF2-40B4-BE49-F238E27FC236}">
                <a16:creationId xmlns:a16="http://schemas.microsoft.com/office/drawing/2014/main" id="{D81AA656-0DD9-4717-8FC2-4C8C03D0634D}"/>
              </a:ext>
            </a:extLst>
          </p:cNvPr>
          <p:cNvSpPr>
            <a:spLocks noGrp="1"/>
          </p:cNvSpPr>
          <p:nvPr>
            <p:ph type="body" sz="quarter" idx="13" hasCustomPrompt="1"/>
          </p:nvPr>
        </p:nvSpPr>
        <p:spPr>
          <a:xfrm>
            <a:off x="5109000" y="5184648"/>
            <a:ext cx="2011680" cy="274320"/>
          </a:xfrm>
        </p:spPr>
        <p:txBody>
          <a:bodyPr/>
          <a:lstStyle>
            <a:lvl1pPr marL="0" indent="0" algn="ctr">
              <a:buFont typeface="Arial" panose="020B0604020202020204" pitchFamily="34" charset="0"/>
              <a:buNone/>
              <a:defRPr sz="1400">
                <a:solidFill>
                  <a:schemeClr val="tx1"/>
                </a:solidFill>
                <a:latin typeface="+mj-lt"/>
              </a:defRPr>
            </a:lvl1pPr>
          </a:lstStyle>
          <a:p>
            <a:pPr lvl="0"/>
            <a:r>
              <a:rPr lang="en-US" dirty="0"/>
              <a:t>Quadrant Title</a:t>
            </a:r>
          </a:p>
        </p:txBody>
      </p:sp>
      <p:sp>
        <p:nvSpPr>
          <p:cNvPr id="17" name="Text Placeholder 5">
            <a:extLst>
              <a:ext uri="{FF2B5EF4-FFF2-40B4-BE49-F238E27FC236}">
                <a16:creationId xmlns:a16="http://schemas.microsoft.com/office/drawing/2014/main" id="{970652C9-A2DF-48D4-9530-B3F495F7A401}"/>
              </a:ext>
            </a:extLst>
          </p:cNvPr>
          <p:cNvSpPr>
            <a:spLocks noGrp="1"/>
          </p:cNvSpPr>
          <p:nvPr>
            <p:ph type="body" sz="quarter" idx="14" hasCustomPrompt="1"/>
          </p:nvPr>
        </p:nvSpPr>
        <p:spPr>
          <a:xfrm>
            <a:off x="841248" y="3273552"/>
            <a:ext cx="2011680" cy="274320"/>
          </a:xfrm>
        </p:spPr>
        <p:txBody>
          <a:bodyPr/>
          <a:lstStyle>
            <a:lvl1pPr marL="0" indent="0" algn="l">
              <a:buFont typeface="Arial" panose="020B0604020202020204" pitchFamily="34" charset="0"/>
              <a:buNone/>
              <a:defRPr sz="1400">
                <a:solidFill>
                  <a:schemeClr val="tx1"/>
                </a:solidFill>
                <a:latin typeface="+mj-lt"/>
              </a:defRPr>
            </a:lvl1pPr>
          </a:lstStyle>
          <a:p>
            <a:pPr lvl="0"/>
            <a:r>
              <a:rPr lang="en-US" dirty="0"/>
              <a:t>Quadrant Title</a:t>
            </a:r>
          </a:p>
        </p:txBody>
      </p:sp>
      <p:sp>
        <p:nvSpPr>
          <p:cNvPr id="18" name="Text Placeholder 5">
            <a:extLst>
              <a:ext uri="{FF2B5EF4-FFF2-40B4-BE49-F238E27FC236}">
                <a16:creationId xmlns:a16="http://schemas.microsoft.com/office/drawing/2014/main" id="{FBD279E7-C7DE-4501-9F36-BA9F05FFFF5C}"/>
              </a:ext>
            </a:extLst>
          </p:cNvPr>
          <p:cNvSpPr>
            <a:spLocks noGrp="1"/>
          </p:cNvSpPr>
          <p:nvPr>
            <p:ph type="body" sz="quarter" idx="15" hasCustomPrompt="1"/>
          </p:nvPr>
        </p:nvSpPr>
        <p:spPr>
          <a:xfrm>
            <a:off x="9345168" y="3273552"/>
            <a:ext cx="2011680" cy="274320"/>
          </a:xfrm>
        </p:spPr>
        <p:txBody>
          <a:bodyPr/>
          <a:lstStyle>
            <a:lvl1pPr marL="0" indent="0" algn="r">
              <a:buFont typeface="Arial" panose="020B0604020202020204" pitchFamily="34" charset="0"/>
              <a:buNone/>
              <a:defRPr sz="1400">
                <a:solidFill>
                  <a:schemeClr val="tx1"/>
                </a:solidFill>
                <a:latin typeface="+mj-lt"/>
              </a:defRPr>
            </a:lvl1pPr>
          </a:lstStyle>
          <a:p>
            <a:pPr lvl="0"/>
            <a:r>
              <a:rPr lang="en-US" dirty="0"/>
              <a:t>Quadrant Title</a:t>
            </a:r>
          </a:p>
        </p:txBody>
      </p:sp>
      <p:cxnSp>
        <p:nvCxnSpPr>
          <p:cNvPr id="19" name="Straight Connector 18">
            <a:extLst>
              <a:ext uri="{FF2B5EF4-FFF2-40B4-BE49-F238E27FC236}">
                <a16:creationId xmlns:a16="http://schemas.microsoft.com/office/drawing/2014/main" id="{514BA6D1-4FDE-40E9-9F24-4719889A55F7}"/>
              </a:ext>
            </a:extLst>
          </p:cNvPr>
          <p:cNvCxnSpPr>
            <a:cxnSpLocks/>
          </p:cNvCxnSpPr>
          <p:nvPr userDrawn="1"/>
        </p:nvCxnSpPr>
        <p:spPr>
          <a:xfrm>
            <a:off x="929640" y="3631616"/>
            <a:ext cx="10332720" cy="0"/>
          </a:xfrm>
          <a:prstGeom prst="line">
            <a:avLst/>
          </a:prstGeom>
          <a:ln w="635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41A3B553-82A9-403C-B8D4-D8C8A4A395B7}"/>
              </a:ext>
            </a:extLst>
          </p:cNvPr>
          <p:cNvCxnSpPr>
            <a:cxnSpLocks/>
          </p:cNvCxnSpPr>
          <p:nvPr userDrawn="1"/>
        </p:nvCxnSpPr>
        <p:spPr>
          <a:xfrm>
            <a:off x="6096000" y="2473690"/>
            <a:ext cx="0" cy="2560320"/>
          </a:xfrm>
          <a:prstGeom prst="line">
            <a:avLst/>
          </a:prstGeom>
          <a:ln w="63500">
            <a:solidFill>
              <a:schemeClr val="accent3"/>
            </a:solidFill>
          </a:ln>
        </p:spPr>
        <p:style>
          <a:lnRef idx="1">
            <a:schemeClr val="accent1"/>
          </a:lnRef>
          <a:fillRef idx="0">
            <a:schemeClr val="accent1"/>
          </a:fillRef>
          <a:effectRef idx="0">
            <a:schemeClr val="accent1"/>
          </a:effectRef>
          <a:fontRef idx="minor">
            <a:schemeClr val="tx1"/>
          </a:fontRef>
        </p:style>
      </p:cxnSp>
      <p:sp>
        <p:nvSpPr>
          <p:cNvPr id="41" name="Date Placeholder 4">
            <a:extLst>
              <a:ext uri="{FF2B5EF4-FFF2-40B4-BE49-F238E27FC236}">
                <a16:creationId xmlns:a16="http://schemas.microsoft.com/office/drawing/2014/main" id="{25C7676A-1D83-4D31-9C74-59C46F152534}"/>
              </a:ext>
            </a:extLst>
          </p:cNvPr>
          <p:cNvSpPr>
            <a:spLocks noGrp="1"/>
          </p:cNvSpPr>
          <p:nvPr>
            <p:ph type="dt" sz="half" idx="16"/>
          </p:nvPr>
        </p:nvSpPr>
        <p:spPr>
          <a:xfrm>
            <a:off x="838200" y="6356350"/>
            <a:ext cx="2743200" cy="365125"/>
          </a:xfrm>
        </p:spPr>
        <p:txBody>
          <a:bodyPr/>
          <a:lstStyle>
            <a:lvl1pPr>
              <a:defRPr>
                <a:solidFill>
                  <a:schemeClr val="tx1">
                    <a:lumMod val="65000"/>
                    <a:lumOff val="35000"/>
                  </a:schemeClr>
                </a:solidFill>
              </a:defRPr>
            </a:lvl1pPr>
          </a:lstStyle>
          <a:p>
            <a:r>
              <a:rPr lang="en-US" dirty="0"/>
              <a:t>7/14/20XX</a:t>
            </a:r>
          </a:p>
        </p:txBody>
      </p:sp>
    </p:spTree>
    <p:extLst>
      <p:ext uri="{BB962C8B-B14F-4D97-AF65-F5344CB8AC3E}">
        <p14:creationId xmlns:p14="http://schemas.microsoft.com/office/powerpoint/2010/main" val="48790193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9E034D-C1DD-48C0-BB6B-FDC6F8EBA558}"/>
              </a:ext>
            </a:extLst>
          </p:cNvPr>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D77FFB71-D3BF-4723-8C5E-44AD8F0E924D}"/>
              </a:ext>
            </a:extLst>
          </p:cNvPr>
          <p:cNvSpPr>
            <a:spLocks noGrp="1"/>
          </p:cNvSpPr>
          <p:nvPr>
            <p:ph type="body" idx="1"/>
          </p:nvPr>
        </p:nvSpPr>
        <p:spPr>
          <a:xfrm>
            <a:off x="839788" y="1933902"/>
            <a:ext cx="5157787" cy="567697"/>
          </a:xfrm>
        </p:spPr>
        <p:txBody>
          <a:bodyPr anchor="b" anchorCtr="0">
            <a:normAutofit/>
          </a:bodyPr>
          <a:lstStyle>
            <a:lvl1pPr marL="0" indent="0">
              <a:buNone/>
              <a:defRPr sz="16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91BC8B9-8F2B-4131-A090-0ACBEEE80BB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1714E40B-C52C-407A-9311-46FDCD84CB5A}"/>
              </a:ext>
            </a:extLst>
          </p:cNvPr>
          <p:cNvSpPr>
            <a:spLocks noGrp="1"/>
          </p:cNvSpPr>
          <p:nvPr>
            <p:ph type="body" sz="quarter" idx="3"/>
          </p:nvPr>
        </p:nvSpPr>
        <p:spPr>
          <a:xfrm>
            <a:off x="6172200" y="1933902"/>
            <a:ext cx="5183188" cy="567697"/>
          </a:xfrm>
        </p:spPr>
        <p:txBody>
          <a:bodyPr anchor="b" anchorCtr="0">
            <a:normAutofit/>
          </a:bodyPr>
          <a:lstStyle>
            <a:lvl1pPr marL="0" indent="0">
              <a:buNone/>
              <a:defRPr sz="16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596ED23-22F0-421E-849C-630BEABF8BD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60A2F77-6CFB-4347-9224-EFAA0C0EF3DB}"/>
              </a:ext>
            </a:extLst>
          </p:cNvPr>
          <p:cNvSpPr>
            <a:spLocks noGrp="1"/>
          </p:cNvSpPr>
          <p:nvPr>
            <p:ph type="dt" sz="half" idx="10"/>
          </p:nvPr>
        </p:nvSpPr>
        <p:spPr/>
        <p:txBody>
          <a:bodyPr/>
          <a:lstStyle>
            <a:lvl1pPr>
              <a:defRPr>
                <a:solidFill>
                  <a:schemeClr val="tx1">
                    <a:lumMod val="65000"/>
                    <a:lumOff val="35000"/>
                  </a:schemeClr>
                </a:solidFill>
              </a:defRPr>
            </a:lvl1pPr>
          </a:lstStyle>
          <a:p>
            <a:r>
              <a:rPr lang="en-US" dirty="0"/>
              <a:t>7/14/20XX</a:t>
            </a:r>
          </a:p>
        </p:txBody>
      </p:sp>
      <p:sp>
        <p:nvSpPr>
          <p:cNvPr id="8" name="Footer Placeholder 7">
            <a:extLst>
              <a:ext uri="{FF2B5EF4-FFF2-40B4-BE49-F238E27FC236}">
                <a16:creationId xmlns:a16="http://schemas.microsoft.com/office/drawing/2014/main" id="{97C1F45E-8700-4861-AD21-BB7A09E1305A}"/>
              </a:ext>
            </a:extLst>
          </p:cNvPr>
          <p:cNvSpPr>
            <a:spLocks noGrp="1"/>
          </p:cNvSpPr>
          <p:nvPr>
            <p:ph type="ftr" sz="quarter" idx="11"/>
          </p:nvPr>
        </p:nvSpPr>
        <p:spPr/>
        <p:txBody>
          <a:bodyPr/>
          <a:lstStyle>
            <a:lvl1pPr>
              <a:defRPr>
                <a:solidFill>
                  <a:schemeClr val="tx1">
                    <a:lumMod val="65000"/>
                    <a:lumOff val="35000"/>
                  </a:schemeClr>
                </a:solidFill>
              </a:defRPr>
            </a:lvl1pPr>
          </a:lstStyle>
          <a:p>
            <a:r>
              <a:rPr lang="en-US" dirty="0"/>
              <a:t>Pitch deck title</a:t>
            </a:r>
          </a:p>
        </p:txBody>
      </p:sp>
      <p:sp>
        <p:nvSpPr>
          <p:cNvPr id="9" name="Slide Number Placeholder 8">
            <a:extLst>
              <a:ext uri="{FF2B5EF4-FFF2-40B4-BE49-F238E27FC236}">
                <a16:creationId xmlns:a16="http://schemas.microsoft.com/office/drawing/2014/main" id="{B7283171-31EE-44C7-A031-9F840EDEC10C}"/>
              </a:ext>
            </a:extLst>
          </p:cNvPr>
          <p:cNvSpPr>
            <a:spLocks noGrp="1"/>
          </p:cNvSpPr>
          <p:nvPr>
            <p:ph type="sldNum" sz="quarter" idx="12"/>
          </p:nvPr>
        </p:nvSpPr>
        <p:spPr/>
        <p:txBody>
          <a:bodyPr/>
          <a:lstStyle>
            <a:lvl1pPr>
              <a:defRPr>
                <a:solidFill>
                  <a:schemeClr val="tx1">
                    <a:lumMod val="65000"/>
                    <a:lumOff val="35000"/>
                  </a:schemeClr>
                </a:solidFill>
              </a:defRPr>
            </a:lvl1pPr>
          </a:lstStyle>
          <a:p>
            <a:fld id="{B5CEABB6-07DC-46E8-9B57-56EC44A396E5}" type="slidenum">
              <a:rPr lang="en-US" smtClean="0"/>
              <a:pPr/>
              <a:t>‹#›</a:t>
            </a:fld>
            <a:endParaRPr lang="en-US" dirty="0"/>
          </a:p>
        </p:txBody>
      </p:sp>
      <p:sp>
        <p:nvSpPr>
          <p:cNvPr id="11" name="Text Placeholder 10">
            <a:extLst>
              <a:ext uri="{FF2B5EF4-FFF2-40B4-BE49-F238E27FC236}">
                <a16:creationId xmlns:a16="http://schemas.microsoft.com/office/drawing/2014/main" id="{ADF6BB91-26DF-45B2-B1D3-508C39F349CD}"/>
              </a:ext>
            </a:extLst>
          </p:cNvPr>
          <p:cNvSpPr>
            <a:spLocks noGrp="1"/>
          </p:cNvSpPr>
          <p:nvPr>
            <p:ph type="body" sz="quarter" idx="13" hasCustomPrompt="1"/>
          </p:nvPr>
        </p:nvSpPr>
        <p:spPr>
          <a:xfrm>
            <a:off x="836613" y="1482296"/>
            <a:ext cx="8321040" cy="365125"/>
          </a:xfrm>
        </p:spPr>
        <p:txBody>
          <a:bodyPr>
            <a:noAutofit/>
          </a:bodyPr>
          <a:lstStyle>
            <a:lvl1pPr marL="0" indent="0">
              <a:buNone/>
              <a:defRPr sz="2000">
                <a:latin typeface="+mj-lt"/>
              </a:defRPr>
            </a:lvl1pPr>
            <a:lvl2pPr marL="457200" indent="0">
              <a:buNone/>
              <a:defRPr sz="2000">
                <a:latin typeface="+mj-lt"/>
              </a:defRPr>
            </a:lvl2pPr>
            <a:lvl3pPr marL="914400" indent="0">
              <a:buNone/>
              <a:defRPr sz="2000">
                <a:latin typeface="+mj-lt"/>
              </a:defRPr>
            </a:lvl3pPr>
            <a:lvl4pPr marL="1371600" indent="0">
              <a:buNone/>
              <a:defRPr sz="2000">
                <a:latin typeface="+mj-lt"/>
              </a:defRPr>
            </a:lvl4pPr>
            <a:lvl5pPr marL="1828800" indent="0">
              <a:buNone/>
              <a:defRPr sz="2000">
                <a:latin typeface="+mj-lt"/>
              </a:defRPr>
            </a:lvl5pPr>
          </a:lstStyle>
          <a:p>
            <a:pPr lvl="0"/>
            <a:r>
              <a:rPr lang="en-US" dirty="0"/>
              <a:t>Click to edit subtitle</a:t>
            </a:r>
          </a:p>
        </p:txBody>
      </p:sp>
    </p:spTree>
    <p:extLst>
      <p:ext uri="{BB962C8B-B14F-4D97-AF65-F5344CB8AC3E}">
        <p14:creationId xmlns:p14="http://schemas.microsoft.com/office/powerpoint/2010/main" val="69263025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melin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C626A5-4FF6-42BD-858A-AE4B2C23A6BC}"/>
              </a:ext>
            </a:extLst>
          </p:cNvPr>
          <p:cNvSpPr>
            <a:spLocks noGrp="1"/>
          </p:cNvSpPr>
          <p:nvPr>
            <p:ph type="title" hasCustomPrompt="1"/>
          </p:nvPr>
        </p:nvSpPr>
        <p:spPr/>
        <p:txBody>
          <a:bodyPr/>
          <a:lstStyle>
            <a:lvl1pPr>
              <a:defRPr>
                <a:solidFill>
                  <a:schemeClr val="tx1"/>
                </a:solidFill>
              </a:defRPr>
            </a:lvl1pPr>
          </a:lstStyle>
          <a:p>
            <a:r>
              <a:rPr lang="en-US" dirty="0"/>
              <a:t>CLICK TO EDIT MASTER TITLE STYLE</a:t>
            </a:r>
            <a:endParaRPr lang="en-ZA" dirty="0"/>
          </a:p>
        </p:txBody>
      </p:sp>
      <p:sp>
        <p:nvSpPr>
          <p:cNvPr id="6" name="Footer Placeholder 5">
            <a:extLst>
              <a:ext uri="{FF2B5EF4-FFF2-40B4-BE49-F238E27FC236}">
                <a16:creationId xmlns:a16="http://schemas.microsoft.com/office/drawing/2014/main" id="{29E5E346-F307-4307-949D-77CDB6E6577A}"/>
              </a:ext>
            </a:extLst>
          </p:cNvPr>
          <p:cNvSpPr>
            <a:spLocks noGrp="1"/>
          </p:cNvSpPr>
          <p:nvPr>
            <p:ph type="ftr" sz="quarter" idx="10"/>
          </p:nvPr>
        </p:nvSpPr>
        <p:spPr/>
        <p:txBody>
          <a:bodyPr/>
          <a:lstStyle>
            <a:lvl1pPr>
              <a:defRPr>
                <a:solidFill>
                  <a:schemeClr val="tx1">
                    <a:lumMod val="65000"/>
                    <a:lumOff val="35000"/>
                  </a:schemeClr>
                </a:solidFill>
              </a:defRPr>
            </a:lvl1pPr>
          </a:lstStyle>
          <a:p>
            <a:r>
              <a:rPr lang="en-ZA" dirty="0"/>
              <a:t>Pitch deck title</a:t>
            </a:r>
          </a:p>
        </p:txBody>
      </p:sp>
      <p:sp>
        <p:nvSpPr>
          <p:cNvPr id="7" name="Slide Number Placeholder 6">
            <a:extLst>
              <a:ext uri="{FF2B5EF4-FFF2-40B4-BE49-F238E27FC236}">
                <a16:creationId xmlns:a16="http://schemas.microsoft.com/office/drawing/2014/main" id="{BB4446C0-A637-4726-88A6-815A6AB63B96}"/>
              </a:ext>
            </a:extLst>
          </p:cNvPr>
          <p:cNvSpPr>
            <a:spLocks noGrp="1"/>
          </p:cNvSpPr>
          <p:nvPr>
            <p:ph type="sldNum" sz="quarter" idx="11"/>
          </p:nvPr>
        </p:nvSpPr>
        <p:spPr/>
        <p:txBody>
          <a:bodyPr/>
          <a:lstStyle>
            <a:lvl1pPr>
              <a:defRPr>
                <a:solidFill>
                  <a:schemeClr val="tx1">
                    <a:lumMod val="65000"/>
                    <a:lumOff val="35000"/>
                  </a:schemeClr>
                </a:solidFill>
              </a:defRPr>
            </a:lvl1pPr>
          </a:lstStyle>
          <a:p>
            <a:fld id="{19B51A1E-902D-48AF-9020-955120F399B6}" type="slidenum">
              <a:rPr lang="en-ZA" smtClean="0"/>
              <a:pPr/>
              <a:t>‹#›</a:t>
            </a:fld>
            <a:endParaRPr lang="en-ZA" dirty="0"/>
          </a:p>
        </p:txBody>
      </p:sp>
      <p:sp>
        <p:nvSpPr>
          <p:cNvPr id="38" name="Text Placeholder 10">
            <a:extLst>
              <a:ext uri="{FF2B5EF4-FFF2-40B4-BE49-F238E27FC236}">
                <a16:creationId xmlns:a16="http://schemas.microsoft.com/office/drawing/2014/main" id="{51F6740D-79A8-4846-A90A-F1FF9BBDD00D}"/>
              </a:ext>
            </a:extLst>
          </p:cNvPr>
          <p:cNvSpPr>
            <a:spLocks noGrp="1"/>
          </p:cNvSpPr>
          <p:nvPr>
            <p:ph type="body" sz="quarter" idx="33" hasCustomPrompt="1"/>
          </p:nvPr>
        </p:nvSpPr>
        <p:spPr>
          <a:xfrm>
            <a:off x="914399" y="3422952"/>
            <a:ext cx="731520" cy="457200"/>
          </a:xfrm>
        </p:spPr>
        <p:txBody>
          <a:bodyPr anchor="ctr"/>
          <a:lstStyle>
            <a:lvl1pPr marL="0" indent="0" algn="ctr">
              <a:buNone/>
              <a:defRPr sz="1400" b="1">
                <a:solidFill>
                  <a:schemeClr val="tx1">
                    <a:lumMod val="65000"/>
                    <a:lumOff val="35000"/>
                  </a:schemeClr>
                </a:solidFill>
                <a:latin typeface="+mj-lt"/>
              </a:defRPr>
            </a:lvl1pPr>
          </a:lstStyle>
          <a:p>
            <a:pPr lvl="0"/>
            <a:r>
              <a:rPr lang="en-US" dirty="0"/>
              <a:t>Year</a:t>
            </a:r>
            <a:endParaRPr lang="en-ZA" dirty="0"/>
          </a:p>
        </p:txBody>
      </p:sp>
      <p:sp>
        <p:nvSpPr>
          <p:cNvPr id="39" name="Text Placeholder 10">
            <a:extLst>
              <a:ext uri="{FF2B5EF4-FFF2-40B4-BE49-F238E27FC236}">
                <a16:creationId xmlns:a16="http://schemas.microsoft.com/office/drawing/2014/main" id="{93E06E79-FBB7-4594-8FC7-631D174541D7}"/>
              </a:ext>
            </a:extLst>
          </p:cNvPr>
          <p:cNvSpPr>
            <a:spLocks noGrp="1"/>
          </p:cNvSpPr>
          <p:nvPr>
            <p:ph type="body" sz="quarter" idx="34" hasCustomPrompt="1"/>
          </p:nvPr>
        </p:nvSpPr>
        <p:spPr>
          <a:xfrm>
            <a:off x="1965960" y="3570392"/>
            <a:ext cx="640080" cy="201776"/>
          </a:xfrm>
        </p:spPr>
        <p:txBody>
          <a:bodyPr>
            <a:noAutofit/>
          </a:bodyPr>
          <a:lstStyle>
            <a:lvl1pPr marL="0" indent="0" algn="ctr">
              <a:buNone/>
              <a:defRPr sz="1000">
                <a:solidFill>
                  <a:schemeClr val="tx1"/>
                </a:solidFill>
              </a:defRPr>
            </a:lvl1pPr>
          </a:lstStyle>
          <a:p>
            <a:pPr lvl="0"/>
            <a:r>
              <a:rPr lang="en-US" dirty="0"/>
              <a:t>MM</a:t>
            </a:r>
            <a:endParaRPr lang="en-ZA" dirty="0"/>
          </a:p>
        </p:txBody>
      </p:sp>
      <p:sp>
        <p:nvSpPr>
          <p:cNvPr id="40" name="Text Placeholder 10">
            <a:extLst>
              <a:ext uri="{FF2B5EF4-FFF2-40B4-BE49-F238E27FC236}">
                <a16:creationId xmlns:a16="http://schemas.microsoft.com/office/drawing/2014/main" id="{5B6D7F47-7406-4B82-8180-F3AD59BC6561}"/>
              </a:ext>
            </a:extLst>
          </p:cNvPr>
          <p:cNvSpPr>
            <a:spLocks noGrp="1"/>
          </p:cNvSpPr>
          <p:nvPr>
            <p:ph type="body" sz="quarter" idx="35" hasCustomPrompt="1"/>
          </p:nvPr>
        </p:nvSpPr>
        <p:spPr>
          <a:xfrm>
            <a:off x="2753880" y="3570392"/>
            <a:ext cx="640080" cy="201776"/>
          </a:xfrm>
        </p:spPr>
        <p:txBody>
          <a:bodyPr>
            <a:noAutofit/>
          </a:bodyPr>
          <a:lstStyle>
            <a:lvl1pPr marL="0" indent="0" algn="ctr">
              <a:buNone/>
              <a:defRPr sz="1000">
                <a:solidFill>
                  <a:schemeClr val="tx1"/>
                </a:solidFill>
              </a:defRPr>
            </a:lvl1pPr>
          </a:lstStyle>
          <a:p>
            <a:pPr lvl="0"/>
            <a:r>
              <a:rPr lang="en-US" dirty="0"/>
              <a:t>MM</a:t>
            </a:r>
            <a:endParaRPr lang="en-ZA" dirty="0"/>
          </a:p>
        </p:txBody>
      </p:sp>
      <p:sp>
        <p:nvSpPr>
          <p:cNvPr id="41" name="Text Placeholder 10">
            <a:extLst>
              <a:ext uri="{FF2B5EF4-FFF2-40B4-BE49-F238E27FC236}">
                <a16:creationId xmlns:a16="http://schemas.microsoft.com/office/drawing/2014/main" id="{5B79AE07-3E86-4374-9F86-8B70E8158AB1}"/>
              </a:ext>
            </a:extLst>
          </p:cNvPr>
          <p:cNvSpPr>
            <a:spLocks noGrp="1"/>
          </p:cNvSpPr>
          <p:nvPr>
            <p:ph type="body" sz="quarter" idx="36" hasCustomPrompt="1"/>
          </p:nvPr>
        </p:nvSpPr>
        <p:spPr>
          <a:xfrm>
            <a:off x="3541800" y="3570392"/>
            <a:ext cx="640080" cy="201776"/>
          </a:xfrm>
        </p:spPr>
        <p:txBody>
          <a:bodyPr>
            <a:noAutofit/>
          </a:bodyPr>
          <a:lstStyle>
            <a:lvl1pPr marL="0" indent="0" algn="ctr">
              <a:buNone/>
              <a:defRPr sz="1000">
                <a:solidFill>
                  <a:schemeClr val="tx1"/>
                </a:solidFill>
              </a:defRPr>
            </a:lvl1pPr>
          </a:lstStyle>
          <a:p>
            <a:pPr lvl="0"/>
            <a:r>
              <a:rPr lang="en-US" dirty="0"/>
              <a:t>MM</a:t>
            </a:r>
            <a:endParaRPr lang="en-ZA" dirty="0"/>
          </a:p>
        </p:txBody>
      </p:sp>
      <p:sp>
        <p:nvSpPr>
          <p:cNvPr id="42" name="Text Placeholder 10">
            <a:extLst>
              <a:ext uri="{FF2B5EF4-FFF2-40B4-BE49-F238E27FC236}">
                <a16:creationId xmlns:a16="http://schemas.microsoft.com/office/drawing/2014/main" id="{C939686F-A239-4AFE-AF56-38497CCD7491}"/>
              </a:ext>
            </a:extLst>
          </p:cNvPr>
          <p:cNvSpPr>
            <a:spLocks noGrp="1"/>
          </p:cNvSpPr>
          <p:nvPr>
            <p:ph type="body" sz="quarter" idx="37" hasCustomPrompt="1"/>
          </p:nvPr>
        </p:nvSpPr>
        <p:spPr>
          <a:xfrm>
            <a:off x="4329720" y="3570392"/>
            <a:ext cx="640080" cy="201776"/>
          </a:xfrm>
        </p:spPr>
        <p:txBody>
          <a:bodyPr>
            <a:noAutofit/>
          </a:bodyPr>
          <a:lstStyle>
            <a:lvl1pPr marL="0" indent="0" algn="ctr">
              <a:buNone/>
              <a:defRPr sz="1000">
                <a:solidFill>
                  <a:schemeClr val="tx1"/>
                </a:solidFill>
              </a:defRPr>
            </a:lvl1pPr>
          </a:lstStyle>
          <a:p>
            <a:pPr lvl="0"/>
            <a:r>
              <a:rPr lang="en-US" dirty="0"/>
              <a:t>MM</a:t>
            </a:r>
            <a:endParaRPr lang="en-ZA" dirty="0"/>
          </a:p>
        </p:txBody>
      </p:sp>
      <p:sp>
        <p:nvSpPr>
          <p:cNvPr id="43" name="Text Placeholder 10">
            <a:extLst>
              <a:ext uri="{FF2B5EF4-FFF2-40B4-BE49-F238E27FC236}">
                <a16:creationId xmlns:a16="http://schemas.microsoft.com/office/drawing/2014/main" id="{A634BB4E-B10D-4761-A0B8-EBC734EC96DD}"/>
              </a:ext>
            </a:extLst>
          </p:cNvPr>
          <p:cNvSpPr>
            <a:spLocks noGrp="1"/>
          </p:cNvSpPr>
          <p:nvPr>
            <p:ph type="body" sz="quarter" idx="38" hasCustomPrompt="1"/>
          </p:nvPr>
        </p:nvSpPr>
        <p:spPr>
          <a:xfrm>
            <a:off x="914400" y="4224228"/>
            <a:ext cx="731520" cy="457200"/>
          </a:xfrm>
        </p:spPr>
        <p:txBody>
          <a:bodyPr anchor="ctr"/>
          <a:lstStyle>
            <a:lvl1pPr marL="0" indent="0" algn="ctr">
              <a:buNone/>
              <a:defRPr sz="1400" b="1">
                <a:solidFill>
                  <a:schemeClr val="tx1">
                    <a:lumMod val="65000"/>
                    <a:lumOff val="35000"/>
                  </a:schemeClr>
                </a:solidFill>
                <a:latin typeface="+mj-lt"/>
              </a:defRPr>
            </a:lvl1pPr>
          </a:lstStyle>
          <a:p>
            <a:pPr lvl="0"/>
            <a:r>
              <a:rPr lang="en-US" dirty="0"/>
              <a:t>Year</a:t>
            </a:r>
            <a:endParaRPr lang="en-ZA" dirty="0"/>
          </a:p>
        </p:txBody>
      </p:sp>
      <p:sp>
        <p:nvSpPr>
          <p:cNvPr id="44" name="Text Placeholder 10">
            <a:extLst>
              <a:ext uri="{FF2B5EF4-FFF2-40B4-BE49-F238E27FC236}">
                <a16:creationId xmlns:a16="http://schemas.microsoft.com/office/drawing/2014/main" id="{869255BD-A63E-4BFC-9D2A-E5EABC1DCD81}"/>
              </a:ext>
            </a:extLst>
          </p:cNvPr>
          <p:cNvSpPr>
            <a:spLocks noGrp="1"/>
          </p:cNvSpPr>
          <p:nvPr>
            <p:ph type="body" sz="quarter" idx="39" hasCustomPrompt="1"/>
          </p:nvPr>
        </p:nvSpPr>
        <p:spPr>
          <a:xfrm>
            <a:off x="5117640" y="3570392"/>
            <a:ext cx="640080" cy="201776"/>
          </a:xfrm>
        </p:spPr>
        <p:txBody>
          <a:bodyPr>
            <a:noAutofit/>
          </a:bodyPr>
          <a:lstStyle>
            <a:lvl1pPr marL="0" indent="0" algn="ctr">
              <a:buNone/>
              <a:defRPr sz="1000">
                <a:solidFill>
                  <a:schemeClr val="tx1"/>
                </a:solidFill>
              </a:defRPr>
            </a:lvl1pPr>
          </a:lstStyle>
          <a:p>
            <a:pPr lvl="0"/>
            <a:r>
              <a:rPr lang="en-US" dirty="0"/>
              <a:t>MM</a:t>
            </a:r>
            <a:endParaRPr lang="en-ZA" dirty="0"/>
          </a:p>
        </p:txBody>
      </p:sp>
      <p:sp>
        <p:nvSpPr>
          <p:cNvPr id="45" name="Text Placeholder 10">
            <a:extLst>
              <a:ext uri="{FF2B5EF4-FFF2-40B4-BE49-F238E27FC236}">
                <a16:creationId xmlns:a16="http://schemas.microsoft.com/office/drawing/2014/main" id="{31C27FFA-6FA2-4F90-9543-8AE7E5B90E48}"/>
              </a:ext>
            </a:extLst>
          </p:cNvPr>
          <p:cNvSpPr>
            <a:spLocks noGrp="1"/>
          </p:cNvSpPr>
          <p:nvPr>
            <p:ph type="body" sz="quarter" idx="40" hasCustomPrompt="1"/>
          </p:nvPr>
        </p:nvSpPr>
        <p:spPr>
          <a:xfrm>
            <a:off x="5905560" y="3570392"/>
            <a:ext cx="640080" cy="201776"/>
          </a:xfrm>
        </p:spPr>
        <p:txBody>
          <a:bodyPr>
            <a:noAutofit/>
          </a:bodyPr>
          <a:lstStyle>
            <a:lvl1pPr marL="0" indent="0" algn="ctr">
              <a:buNone/>
              <a:defRPr sz="1000">
                <a:solidFill>
                  <a:schemeClr val="tx1"/>
                </a:solidFill>
              </a:defRPr>
            </a:lvl1pPr>
          </a:lstStyle>
          <a:p>
            <a:pPr lvl="0"/>
            <a:r>
              <a:rPr lang="en-US" dirty="0"/>
              <a:t>MM</a:t>
            </a:r>
            <a:endParaRPr lang="en-ZA" dirty="0"/>
          </a:p>
        </p:txBody>
      </p:sp>
      <p:sp>
        <p:nvSpPr>
          <p:cNvPr id="46" name="Text Placeholder 10">
            <a:extLst>
              <a:ext uri="{FF2B5EF4-FFF2-40B4-BE49-F238E27FC236}">
                <a16:creationId xmlns:a16="http://schemas.microsoft.com/office/drawing/2014/main" id="{DAA9F46A-F074-488E-91DA-AAC5D23406E1}"/>
              </a:ext>
            </a:extLst>
          </p:cNvPr>
          <p:cNvSpPr>
            <a:spLocks noGrp="1"/>
          </p:cNvSpPr>
          <p:nvPr>
            <p:ph type="body" sz="quarter" idx="41" hasCustomPrompt="1"/>
          </p:nvPr>
        </p:nvSpPr>
        <p:spPr>
          <a:xfrm>
            <a:off x="6693480" y="3570392"/>
            <a:ext cx="640080" cy="201776"/>
          </a:xfrm>
        </p:spPr>
        <p:txBody>
          <a:bodyPr>
            <a:noAutofit/>
          </a:bodyPr>
          <a:lstStyle>
            <a:lvl1pPr marL="0" indent="0" algn="ctr">
              <a:buNone/>
              <a:defRPr sz="1000">
                <a:solidFill>
                  <a:schemeClr val="tx1"/>
                </a:solidFill>
              </a:defRPr>
            </a:lvl1pPr>
          </a:lstStyle>
          <a:p>
            <a:pPr lvl="0"/>
            <a:r>
              <a:rPr lang="en-US" dirty="0"/>
              <a:t>MM</a:t>
            </a:r>
            <a:endParaRPr lang="en-ZA" dirty="0"/>
          </a:p>
        </p:txBody>
      </p:sp>
      <p:sp>
        <p:nvSpPr>
          <p:cNvPr id="47" name="Text Placeholder 10">
            <a:extLst>
              <a:ext uri="{FF2B5EF4-FFF2-40B4-BE49-F238E27FC236}">
                <a16:creationId xmlns:a16="http://schemas.microsoft.com/office/drawing/2014/main" id="{24F6FE0C-DA66-4BE4-B1CB-AE552497A035}"/>
              </a:ext>
            </a:extLst>
          </p:cNvPr>
          <p:cNvSpPr>
            <a:spLocks noGrp="1"/>
          </p:cNvSpPr>
          <p:nvPr>
            <p:ph type="body" sz="quarter" idx="42" hasCustomPrompt="1"/>
          </p:nvPr>
        </p:nvSpPr>
        <p:spPr>
          <a:xfrm>
            <a:off x="9057240" y="3570392"/>
            <a:ext cx="640080" cy="201776"/>
          </a:xfrm>
        </p:spPr>
        <p:txBody>
          <a:bodyPr>
            <a:noAutofit/>
          </a:bodyPr>
          <a:lstStyle>
            <a:lvl1pPr marL="0" indent="0" algn="ctr">
              <a:buNone/>
              <a:defRPr sz="1000">
                <a:solidFill>
                  <a:schemeClr val="tx1"/>
                </a:solidFill>
              </a:defRPr>
            </a:lvl1pPr>
          </a:lstStyle>
          <a:p>
            <a:pPr lvl="0"/>
            <a:r>
              <a:rPr lang="en-US" dirty="0"/>
              <a:t>MM</a:t>
            </a:r>
            <a:endParaRPr lang="en-ZA" dirty="0"/>
          </a:p>
        </p:txBody>
      </p:sp>
      <p:sp>
        <p:nvSpPr>
          <p:cNvPr id="48" name="Text Placeholder 10">
            <a:extLst>
              <a:ext uri="{FF2B5EF4-FFF2-40B4-BE49-F238E27FC236}">
                <a16:creationId xmlns:a16="http://schemas.microsoft.com/office/drawing/2014/main" id="{E02CB3CF-9E17-4C7C-913F-21EFADB96CBD}"/>
              </a:ext>
            </a:extLst>
          </p:cNvPr>
          <p:cNvSpPr>
            <a:spLocks noGrp="1"/>
          </p:cNvSpPr>
          <p:nvPr>
            <p:ph type="body" sz="quarter" idx="43" hasCustomPrompt="1"/>
          </p:nvPr>
        </p:nvSpPr>
        <p:spPr>
          <a:xfrm>
            <a:off x="7481400" y="3570392"/>
            <a:ext cx="640080" cy="201776"/>
          </a:xfrm>
        </p:spPr>
        <p:txBody>
          <a:bodyPr>
            <a:noAutofit/>
          </a:bodyPr>
          <a:lstStyle>
            <a:lvl1pPr marL="0" indent="0" algn="ctr">
              <a:buNone/>
              <a:defRPr sz="1000">
                <a:solidFill>
                  <a:schemeClr val="tx1"/>
                </a:solidFill>
              </a:defRPr>
            </a:lvl1pPr>
          </a:lstStyle>
          <a:p>
            <a:pPr lvl="0"/>
            <a:r>
              <a:rPr lang="en-US" dirty="0"/>
              <a:t>MM</a:t>
            </a:r>
            <a:endParaRPr lang="en-ZA" dirty="0"/>
          </a:p>
        </p:txBody>
      </p:sp>
      <p:sp>
        <p:nvSpPr>
          <p:cNvPr id="49" name="Text Placeholder 10">
            <a:extLst>
              <a:ext uri="{FF2B5EF4-FFF2-40B4-BE49-F238E27FC236}">
                <a16:creationId xmlns:a16="http://schemas.microsoft.com/office/drawing/2014/main" id="{D3AC456D-7AB5-4BB9-8F76-B607929996B1}"/>
              </a:ext>
            </a:extLst>
          </p:cNvPr>
          <p:cNvSpPr>
            <a:spLocks noGrp="1"/>
          </p:cNvSpPr>
          <p:nvPr>
            <p:ph type="body" sz="quarter" idx="44" hasCustomPrompt="1"/>
          </p:nvPr>
        </p:nvSpPr>
        <p:spPr>
          <a:xfrm>
            <a:off x="8269320" y="3570392"/>
            <a:ext cx="640080" cy="201776"/>
          </a:xfrm>
        </p:spPr>
        <p:txBody>
          <a:bodyPr>
            <a:noAutofit/>
          </a:bodyPr>
          <a:lstStyle>
            <a:lvl1pPr marL="0" indent="0" algn="ctr">
              <a:buNone/>
              <a:defRPr sz="1000">
                <a:solidFill>
                  <a:schemeClr val="tx1"/>
                </a:solidFill>
              </a:defRPr>
            </a:lvl1pPr>
          </a:lstStyle>
          <a:p>
            <a:pPr lvl="0"/>
            <a:r>
              <a:rPr lang="en-US" dirty="0"/>
              <a:t>MM</a:t>
            </a:r>
            <a:endParaRPr lang="en-ZA" dirty="0"/>
          </a:p>
        </p:txBody>
      </p:sp>
      <p:sp>
        <p:nvSpPr>
          <p:cNvPr id="50" name="Text Placeholder 10">
            <a:extLst>
              <a:ext uri="{FF2B5EF4-FFF2-40B4-BE49-F238E27FC236}">
                <a16:creationId xmlns:a16="http://schemas.microsoft.com/office/drawing/2014/main" id="{C5E41A6A-28FF-4A75-BA52-2FA05EE92EC7}"/>
              </a:ext>
            </a:extLst>
          </p:cNvPr>
          <p:cNvSpPr>
            <a:spLocks noGrp="1"/>
          </p:cNvSpPr>
          <p:nvPr>
            <p:ph type="body" sz="quarter" idx="45" hasCustomPrompt="1"/>
          </p:nvPr>
        </p:nvSpPr>
        <p:spPr>
          <a:xfrm>
            <a:off x="9845160" y="3570392"/>
            <a:ext cx="640080" cy="201776"/>
          </a:xfrm>
        </p:spPr>
        <p:txBody>
          <a:bodyPr>
            <a:noAutofit/>
          </a:bodyPr>
          <a:lstStyle>
            <a:lvl1pPr marL="0" indent="0" algn="ctr">
              <a:buNone/>
              <a:defRPr sz="1000">
                <a:solidFill>
                  <a:schemeClr val="tx1"/>
                </a:solidFill>
              </a:defRPr>
            </a:lvl1pPr>
          </a:lstStyle>
          <a:p>
            <a:pPr lvl="0"/>
            <a:r>
              <a:rPr lang="en-US" dirty="0"/>
              <a:t>MM</a:t>
            </a:r>
            <a:endParaRPr lang="en-ZA" dirty="0"/>
          </a:p>
        </p:txBody>
      </p:sp>
      <p:sp>
        <p:nvSpPr>
          <p:cNvPr id="51" name="Text Placeholder 10">
            <a:extLst>
              <a:ext uri="{FF2B5EF4-FFF2-40B4-BE49-F238E27FC236}">
                <a16:creationId xmlns:a16="http://schemas.microsoft.com/office/drawing/2014/main" id="{7A1FCD8B-8332-4362-80BA-3DBB4442605C}"/>
              </a:ext>
            </a:extLst>
          </p:cNvPr>
          <p:cNvSpPr>
            <a:spLocks noGrp="1"/>
          </p:cNvSpPr>
          <p:nvPr>
            <p:ph type="body" sz="quarter" idx="46" hasCustomPrompt="1"/>
          </p:nvPr>
        </p:nvSpPr>
        <p:spPr>
          <a:xfrm>
            <a:off x="10633085" y="3570392"/>
            <a:ext cx="640080" cy="201776"/>
          </a:xfrm>
        </p:spPr>
        <p:txBody>
          <a:bodyPr>
            <a:noAutofit/>
          </a:bodyPr>
          <a:lstStyle>
            <a:lvl1pPr marL="0" indent="0" algn="ctr">
              <a:buNone/>
              <a:defRPr sz="1000">
                <a:solidFill>
                  <a:schemeClr val="tx1"/>
                </a:solidFill>
              </a:defRPr>
            </a:lvl1pPr>
          </a:lstStyle>
          <a:p>
            <a:pPr lvl="0"/>
            <a:r>
              <a:rPr lang="en-US" dirty="0"/>
              <a:t>MM</a:t>
            </a:r>
            <a:endParaRPr lang="en-ZA" dirty="0"/>
          </a:p>
        </p:txBody>
      </p:sp>
      <p:sp>
        <p:nvSpPr>
          <p:cNvPr id="52" name="Text Placeholder 10">
            <a:extLst>
              <a:ext uri="{FF2B5EF4-FFF2-40B4-BE49-F238E27FC236}">
                <a16:creationId xmlns:a16="http://schemas.microsoft.com/office/drawing/2014/main" id="{F2B53D10-BB76-4138-AAB8-844DCD895BDE}"/>
              </a:ext>
            </a:extLst>
          </p:cNvPr>
          <p:cNvSpPr>
            <a:spLocks noGrp="1"/>
          </p:cNvSpPr>
          <p:nvPr>
            <p:ph type="body" sz="quarter" idx="47" hasCustomPrompt="1"/>
          </p:nvPr>
        </p:nvSpPr>
        <p:spPr>
          <a:xfrm>
            <a:off x="1969915" y="4357456"/>
            <a:ext cx="640080" cy="201776"/>
          </a:xfrm>
        </p:spPr>
        <p:txBody>
          <a:bodyPr>
            <a:noAutofit/>
          </a:bodyPr>
          <a:lstStyle>
            <a:lvl1pPr marL="0" indent="0" algn="ctr">
              <a:buNone/>
              <a:defRPr sz="1000">
                <a:solidFill>
                  <a:schemeClr val="tx1"/>
                </a:solidFill>
              </a:defRPr>
            </a:lvl1pPr>
          </a:lstStyle>
          <a:p>
            <a:pPr lvl="0"/>
            <a:r>
              <a:rPr lang="en-US" dirty="0"/>
              <a:t>MM</a:t>
            </a:r>
            <a:endParaRPr lang="en-ZA" dirty="0"/>
          </a:p>
        </p:txBody>
      </p:sp>
      <p:sp>
        <p:nvSpPr>
          <p:cNvPr id="53" name="Text Placeholder 10">
            <a:extLst>
              <a:ext uri="{FF2B5EF4-FFF2-40B4-BE49-F238E27FC236}">
                <a16:creationId xmlns:a16="http://schemas.microsoft.com/office/drawing/2014/main" id="{A14739AB-36C4-4467-BA10-CEA1DF2894EF}"/>
              </a:ext>
            </a:extLst>
          </p:cNvPr>
          <p:cNvSpPr>
            <a:spLocks noGrp="1"/>
          </p:cNvSpPr>
          <p:nvPr>
            <p:ph type="body" sz="quarter" idx="48" hasCustomPrompt="1"/>
          </p:nvPr>
        </p:nvSpPr>
        <p:spPr>
          <a:xfrm>
            <a:off x="2757602" y="4357456"/>
            <a:ext cx="640080" cy="201776"/>
          </a:xfrm>
        </p:spPr>
        <p:txBody>
          <a:bodyPr>
            <a:noAutofit/>
          </a:bodyPr>
          <a:lstStyle>
            <a:lvl1pPr marL="0" indent="0" algn="ctr">
              <a:buNone/>
              <a:defRPr sz="1000">
                <a:solidFill>
                  <a:schemeClr val="tx1"/>
                </a:solidFill>
              </a:defRPr>
            </a:lvl1pPr>
          </a:lstStyle>
          <a:p>
            <a:pPr lvl="0"/>
            <a:r>
              <a:rPr lang="en-US" dirty="0"/>
              <a:t>MM</a:t>
            </a:r>
            <a:endParaRPr lang="en-ZA" dirty="0"/>
          </a:p>
        </p:txBody>
      </p:sp>
      <p:sp>
        <p:nvSpPr>
          <p:cNvPr id="54" name="Text Placeholder 10">
            <a:extLst>
              <a:ext uri="{FF2B5EF4-FFF2-40B4-BE49-F238E27FC236}">
                <a16:creationId xmlns:a16="http://schemas.microsoft.com/office/drawing/2014/main" id="{024E2A82-D649-44D9-BAA0-65A603E113BB}"/>
              </a:ext>
            </a:extLst>
          </p:cNvPr>
          <p:cNvSpPr>
            <a:spLocks noGrp="1"/>
          </p:cNvSpPr>
          <p:nvPr>
            <p:ph type="body" sz="quarter" idx="49" hasCustomPrompt="1"/>
          </p:nvPr>
        </p:nvSpPr>
        <p:spPr>
          <a:xfrm>
            <a:off x="3545289" y="4357456"/>
            <a:ext cx="640080" cy="201776"/>
          </a:xfrm>
        </p:spPr>
        <p:txBody>
          <a:bodyPr>
            <a:noAutofit/>
          </a:bodyPr>
          <a:lstStyle>
            <a:lvl1pPr marL="0" indent="0" algn="ctr">
              <a:buNone/>
              <a:defRPr sz="1000">
                <a:solidFill>
                  <a:schemeClr val="tx1"/>
                </a:solidFill>
              </a:defRPr>
            </a:lvl1pPr>
          </a:lstStyle>
          <a:p>
            <a:pPr lvl="0"/>
            <a:r>
              <a:rPr lang="en-US" dirty="0"/>
              <a:t>MM</a:t>
            </a:r>
            <a:endParaRPr lang="en-ZA" dirty="0"/>
          </a:p>
        </p:txBody>
      </p:sp>
      <p:sp>
        <p:nvSpPr>
          <p:cNvPr id="55" name="Text Placeholder 10">
            <a:extLst>
              <a:ext uri="{FF2B5EF4-FFF2-40B4-BE49-F238E27FC236}">
                <a16:creationId xmlns:a16="http://schemas.microsoft.com/office/drawing/2014/main" id="{5E9DBCF1-3DA9-4975-9B75-DEFC550B69C1}"/>
              </a:ext>
            </a:extLst>
          </p:cNvPr>
          <p:cNvSpPr>
            <a:spLocks noGrp="1"/>
          </p:cNvSpPr>
          <p:nvPr>
            <p:ph type="body" sz="quarter" idx="50" hasCustomPrompt="1"/>
          </p:nvPr>
        </p:nvSpPr>
        <p:spPr>
          <a:xfrm>
            <a:off x="4332976" y="4357456"/>
            <a:ext cx="640080" cy="201776"/>
          </a:xfrm>
        </p:spPr>
        <p:txBody>
          <a:bodyPr>
            <a:noAutofit/>
          </a:bodyPr>
          <a:lstStyle>
            <a:lvl1pPr marL="0" indent="0" algn="ctr">
              <a:buNone/>
              <a:defRPr sz="1000">
                <a:solidFill>
                  <a:schemeClr val="tx1"/>
                </a:solidFill>
              </a:defRPr>
            </a:lvl1pPr>
          </a:lstStyle>
          <a:p>
            <a:pPr lvl="0"/>
            <a:r>
              <a:rPr lang="en-US" dirty="0"/>
              <a:t>MM</a:t>
            </a:r>
            <a:endParaRPr lang="en-ZA" dirty="0"/>
          </a:p>
        </p:txBody>
      </p:sp>
      <p:sp>
        <p:nvSpPr>
          <p:cNvPr id="56" name="Text Placeholder 10">
            <a:extLst>
              <a:ext uri="{FF2B5EF4-FFF2-40B4-BE49-F238E27FC236}">
                <a16:creationId xmlns:a16="http://schemas.microsoft.com/office/drawing/2014/main" id="{CD04D2E9-E8EB-43F6-9734-AE8BEED8D892}"/>
              </a:ext>
            </a:extLst>
          </p:cNvPr>
          <p:cNvSpPr>
            <a:spLocks noGrp="1"/>
          </p:cNvSpPr>
          <p:nvPr>
            <p:ph type="body" sz="quarter" idx="51" hasCustomPrompt="1"/>
          </p:nvPr>
        </p:nvSpPr>
        <p:spPr>
          <a:xfrm>
            <a:off x="5120663" y="4357456"/>
            <a:ext cx="640080" cy="201776"/>
          </a:xfrm>
        </p:spPr>
        <p:txBody>
          <a:bodyPr>
            <a:noAutofit/>
          </a:bodyPr>
          <a:lstStyle>
            <a:lvl1pPr marL="0" indent="0" algn="ctr">
              <a:buNone/>
              <a:defRPr sz="1000">
                <a:solidFill>
                  <a:schemeClr val="tx1"/>
                </a:solidFill>
              </a:defRPr>
            </a:lvl1pPr>
          </a:lstStyle>
          <a:p>
            <a:pPr lvl="0"/>
            <a:r>
              <a:rPr lang="en-US" dirty="0"/>
              <a:t>MM</a:t>
            </a:r>
            <a:endParaRPr lang="en-ZA" dirty="0"/>
          </a:p>
        </p:txBody>
      </p:sp>
      <p:sp>
        <p:nvSpPr>
          <p:cNvPr id="57" name="Text Placeholder 10">
            <a:extLst>
              <a:ext uri="{FF2B5EF4-FFF2-40B4-BE49-F238E27FC236}">
                <a16:creationId xmlns:a16="http://schemas.microsoft.com/office/drawing/2014/main" id="{DCAF80E4-457C-461E-9E59-6EA9934B8F5F}"/>
              </a:ext>
            </a:extLst>
          </p:cNvPr>
          <p:cNvSpPr>
            <a:spLocks noGrp="1"/>
          </p:cNvSpPr>
          <p:nvPr>
            <p:ph type="body" sz="quarter" idx="52" hasCustomPrompt="1"/>
          </p:nvPr>
        </p:nvSpPr>
        <p:spPr>
          <a:xfrm>
            <a:off x="5908350" y="4357456"/>
            <a:ext cx="640080" cy="201776"/>
          </a:xfrm>
        </p:spPr>
        <p:txBody>
          <a:bodyPr>
            <a:noAutofit/>
          </a:bodyPr>
          <a:lstStyle>
            <a:lvl1pPr marL="0" indent="0" algn="ctr">
              <a:buNone/>
              <a:defRPr sz="1000">
                <a:solidFill>
                  <a:schemeClr val="tx1"/>
                </a:solidFill>
              </a:defRPr>
            </a:lvl1pPr>
          </a:lstStyle>
          <a:p>
            <a:pPr lvl="0"/>
            <a:r>
              <a:rPr lang="en-US" dirty="0"/>
              <a:t>MM</a:t>
            </a:r>
            <a:endParaRPr lang="en-ZA" dirty="0"/>
          </a:p>
        </p:txBody>
      </p:sp>
      <p:sp>
        <p:nvSpPr>
          <p:cNvPr id="58" name="Text Placeholder 10">
            <a:extLst>
              <a:ext uri="{FF2B5EF4-FFF2-40B4-BE49-F238E27FC236}">
                <a16:creationId xmlns:a16="http://schemas.microsoft.com/office/drawing/2014/main" id="{8A2813EA-E62D-4E2E-A97F-38974F23C88E}"/>
              </a:ext>
            </a:extLst>
          </p:cNvPr>
          <p:cNvSpPr>
            <a:spLocks noGrp="1"/>
          </p:cNvSpPr>
          <p:nvPr>
            <p:ph type="body" sz="quarter" idx="53" hasCustomPrompt="1"/>
          </p:nvPr>
        </p:nvSpPr>
        <p:spPr>
          <a:xfrm>
            <a:off x="6696037" y="4357456"/>
            <a:ext cx="640080" cy="201776"/>
          </a:xfrm>
        </p:spPr>
        <p:txBody>
          <a:bodyPr>
            <a:noAutofit/>
          </a:bodyPr>
          <a:lstStyle>
            <a:lvl1pPr marL="0" indent="0" algn="ctr">
              <a:buNone/>
              <a:defRPr sz="1000">
                <a:solidFill>
                  <a:schemeClr val="tx1"/>
                </a:solidFill>
              </a:defRPr>
            </a:lvl1pPr>
          </a:lstStyle>
          <a:p>
            <a:pPr lvl="0"/>
            <a:r>
              <a:rPr lang="en-US" dirty="0"/>
              <a:t>MM</a:t>
            </a:r>
            <a:endParaRPr lang="en-ZA" dirty="0"/>
          </a:p>
        </p:txBody>
      </p:sp>
      <p:sp>
        <p:nvSpPr>
          <p:cNvPr id="59" name="Text Placeholder 10">
            <a:extLst>
              <a:ext uri="{FF2B5EF4-FFF2-40B4-BE49-F238E27FC236}">
                <a16:creationId xmlns:a16="http://schemas.microsoft.com/office/drawing/2014/main" id="{0A4E7225-8A60-45A3-ACE7-2D6D1EA3306D}"/>
              </a:ext>
            </a:extLst>
          </p:cNvPr>
          <p:cNvSpPr>
            <a:spLocks noGrp="1"/>
          </p:cNvSpPr>
          <p:nvPr>
            <p:ph type="body" sz="quarter" idx="54" hasCustomPrompt="1"/>
          </p:nvPr>
        </p:nvSpPr>
        <p:spPr>
          <a:xfrm>
            <a:off x="9059098" y="4357456"/>
            <a:ext cx="640080" cy="201776"/>
          </a:xfrm>
        </p:spPr>
        <p:txBody>
          <a:bodyPr>
            <a:noAutofit/>
          </a:bodyPr>
          <a:lstStyle>
            <a:lvl1pPr marL="0" indent="0" algn="ctr">
              <a:buNone/>
              <a:defRPr sz="1000">
                <a:solidFill>
                  <a:schemeClr val="tx1"/>
                </a:solidFill>
              </a:defRPr>
            </a:lvl1pPr>
          </a:lstStyle>
          <a:p>
            <a:pPr lvl="0"/>
            <a:r>
              <a:rPr lang="en-US" dirty="0"/>
              <a:t>MM</a:t>
            </a:r>
            <a:endParaRPr lang="en-ZA" dirty="0"/>
          </a:p>
        </p:txBody>
      </p:sp>
      <p:sp>
        <p:nvSpPr>
          <p:cNvPr id="60" name="Text Placeholder 10">
            <a:extLst>
              <a:ext uri="{FF2B5EF4-FFF2-40B4-BE49-F238E27FC236}">
                <a16:creationId xmlns:a16="http://schemas.microsoft.com/office/drawing/2014/main" id="{FD6DF9FE-80AE-43C3-B35A-B0B773A636E5}"/>
              </a:ext>
            </a:extLst>
          </p:cNvPr>
          <p:cNvSpPr>
            <a:spLocks noGrp="1"/>
          </p:cNvSpPr>
          <p:nvPr>
            <p:ph type="body" sz="quarter" idx="55" hasCustomPrompt="1"/>
          </p:nvPr>
        </p:nvSpPr>
        <p:spPr>
          <a:xfrm>
            <a:off x="7483724" y="4357456"/>
            <a:ext cx="640080" cy="201776"/>
          </a:xfrm>
        </p:spPr>
        <p:txBody>
          <a:bodyPr>
            <a:noAutofit/>
          </a:bodyPr>
          <a:lstStyle>
            <a:lvl1pPr marL="0" indent="0" algn="ctr">
              <a:buNone/>
              <a:defRPr sz="1000">
                <a:solidFill>
                  <a:schemeClr val="tx1"/>
                </a:solidFill>
              </a:defRPr>
            </a:lvl1pPr>
          </a:lstStyle>
          <a:p>
            <a:pPr lvl="0"/>
            <a:r>
              <a:rPr lang="en-US" dirty="0"/>
              <a:t>MM</a:t>
            </a:r>
            <a:endParaRPr lang="en-ZA" dirty="0"/>
          </a:p>
        </p:txBody>
      </p:sp>
      <p:sp>
        <p:nvSpPr>
          <p:cNvPr id="61" name="Text Placeholder 10">
            <a:extLst>
              <a:ext uri="{FF2B5EF4-FFF2-40B4-BE49-F238E27FC236}">
                <a16:creationId xmlns:a16="http://schemas.microsoft.com/office/drawing/2014/main" id="{725DE269-1E5D-4437-B997-CCFE8800082F}"/>
              </a:ext>
            </a:extLst>
          </p:cNvPr>
          <p:cNvSpPr>
            <a:spLocks noGrp="1"/>
          </p:cNvSpPr>
          <p:nvPr>
            <p:ph type="body" sz="quarter" idx="56" hasCustomPrompt="1"/>
          </p:nvPr>
        </p:nvSpPr>
        <p:spPr>
          <a:xfrm>
            <a:off x="8271411" y="4357456"/>
            <a:ext cx="640080" cy="201776"/>
          </a:xfrm>
        </p:spPr>
        <p:txBody>
          <a:bodyPr>
            <a:noAutofit/>
          </a:bodyPr>
          <a:lstStyle>
            <a:lvl1pPr marL="0" indent="0" algn="ctr">
              <a:buNone/>
              <a:defRPr sz="1000">
                <a:solidFill>
                  <a:schemeClr val="tx1"/>
                </a:solidFill>
              </a:defRPr>
            </a:lvl1pPr>
          </a:lstStyle>
          <a:p>
            <a:pPr lvl="0"/>
            <a:r>
              <a:rPr lang="en-US" dirty="0"/>
              <a:t>MM</a:t>
            </a:r>
            <a:endParaRPr lang="en-ZA" dirty="0"/>
          </a:p>
        </p:txBody>
      </p:sp>
      <p:sp>
        <p:nvSpPr>
          <p:cNvPr id="62" name="Text Placeholder 10">
            <a:extLst>
              <a:ext uri="{FF2B5EF4-FFF2-40B4-BE49-F238E27FC236}">
                <a16:creationId xmlns:a16="http://schemas.microsoft.com/office/drawing/2014/main" id="{EAE25BBD-7B98-417B-B9FC-B2DF70FAFDC0}"/>
              </a:ext>
            </a:extLst>
          </p:cNvPr>
          <p:cNvSpPr>
            <a:spLocks noGrp="1"/>
          </p:cNvSpPr>
          <p:nvPr>
            <p:ph type="body" sz="quarter" idx="57" hasCustomPrompt="1"/>
          </p:nvPr>
        </p:nvSpPr>
        <p:spPr>
          <a:xfrm>
            <a:off x="9846785" y="4357456"/>
            <a:ext cx="640080" cy="201776"/>
          </a:xfrm>
        </p:spPr>
        <p:txBody>
          <a:bodyPr>
            <a:noAutofit/>
          </a:bodyPr>
          <a:lstStyle>
            <a:lvl1pPr marL="0" indent="0" algn="ctr">
              <a:buNone/>
              <a:defRPr sz="1000">
                <a:solidFill>
                  <a:schemeClr val="tx1"/>
                </a:solidFill>
              </a:defRPr>
            </a:lvl1pPr>
          </a:lstStyle>
          <a:p>
            <a:pPr lvl="0"/>
            <a:r>
              <a:rPr lang="en-US" dirty="0"/>
              <a:t>MM</a:t>
            </a:r>
            <a:endParaRPr lang="en-ZA" dirty="0"/>
          </a:p>
        </p:txBody>
      </p:sp>
      <p:sp>
        <p:nvSpPr>
          <p:cNvPr id="63" name="Text Placeholder 10">
            <a:extLst>
              <a:ext uri="{FF2B5EF4-FFF2-40B4-BE49-F238E27FC236}">
                <a16:creationId xmlns:a16="http://schemas.microsoft.com/office/drawing/2014/main" id="{0A4DF189-5583-4731-8F70-2578793E0244}"/>
              </a:ext>
            </a:extLst>
          </p:cNvPr>
          <p:cNvSpPr>
            <a:spLocks noGrp="1"/>
          </p:cNvSpPr>
          <p:nvPr>
            <p:ph type="body" sz="quarter" idx="58" hasCustomPrompt="1"/>
          </p:nvPr>
        </p:nvSpPr>
        <p:spPr>
          <a:xfrm>
            <a:off x="10634472" y="4357456"/>
            <a:ext cx="640080" cy="201776"/>
          </a:xfrm>
        </p:spPr>
        <p:txBody>
          <a:bodyPr>
            <a:noAutofit/>
          </a:bodyPr>
          <a:lstStyle>
            <a:lvl1pPr marL="0" indent="0" algn="ctr">
              <a:buNone/>
              <a:defRPr sz="1000">
                <a:solidFill>
                  <a:schemeClr val="tx1"/>
                </a:solidFill>
              </a:defRPr>
            </a:lvl1pPr>
          </a:lstStyle>
          <a:p>
            <a:pPr lvl="0"/>
            <a:r>
              <a:rPr lang="en-US" dirty="0"/>
              <a:t>MM</a:t>
            </a:r>
            <a:endParaRPr lang="en-ZA" dirty="0"/>
          </a:p>
        </p:txBody>
      </p:sp>
      <p:sp>
        <p:nvSpPr>
          <p:cNvPr id="65" name="Text Placeholder 3">
            <a:extLst>
              <a:ext uri="{FF2B5EF4-FFF2-40B4-BE49-F238E27FC236}">
                <a16:creationId xmlns:a16="http://schemas.microsoft.com/office/drawing/2014/main" id="{06405A2E-994F-49B5-ABCB-1CA1FCEB08C7}"/>
              </a:ext>
            </a:extLst>
          </p:cNvPr>
          <p:cNvSpPr>
            <a:spLocks noGrp="1"/>
          </p:cNvSpPr>
          <p:nvPr>
            <p:ph type="body" sz="quarter" idx="59" hasCustomPrompt="1"/>
          </p:nvPr>
        </p:nvSpPr>
        <p:spPr>
          <a:xfrm>
            <a:off x="5360987" y="2055840"/>
            <a:ext cx="1828800" cy="696885"/>
          </a:xfrm>
          <a:noFill/>
          <a:ln w="12700">
            <a:solidFill>
              <a:schemeClr val="accent3"/>
            </a:solidFill>
          </a:ln>
        </p:spPr>
        <p:txBody>
          <a:bodyPr tIns="36000" anchor="ctr" anchorCtr="1">
            <a:normAutofit/>
          </a:bodyPr>
          <a:lstStyle>
            <a:lvl1pPr marL="0" indent="0" algn="ctr">
              <a:lnSpc>
                <a:spcPct val="100000"/>
              </a:lnSpc>
              <a:buNone/>
              <a:defRPr sz="1200">
                <a:solidFill>
                  <a:schemeClr val="tx1">
                    <a:lumMod val="75000"/>
                    <a:lumOff val="25000"/>
                  </a:schemeClr>
                </a:solidFill>
                <a:latin typeface="+mj-lt"/>
              </a:defRPr>
            </a:lvl1pPr>
          </a:lstStyle>
          <a:p>
            <a:pPr lvl="0"/>
            <a:r>
              <a:rPr lang="en-US" dirty="0"/>
              <a:t>Item Title</a:t>
            </a:r>
            <a:endParaRPr lang="en-ZA" dirty="0"/>
          </a:p>
        </p:txBody>
      </p:sp>
      <p:sp>
        <p:nvSpPr>
          <p:cNvPr id="67" name="Date Placeholder 4">
            <a:extLst>
              <a:ext uri="{FF2B5EF4-FFF2-40B4-BE49-F238E27FC236}">
                <a16:creationId xmlns:a16="http://schemas.microsoft.com/office/drawing/2014/main" id="{33000A7A-B075-4FF0-8FCA-89256A1A66C8}"/>
              </a:ext>
            </a:extLst>
          </p:cNvPr>
          <p:cNvSpPr>
            <a:spLocks noGrp="1"/>
          </p:cNvSpPr>
          <p:nvPr>
            <p:ph type="dt" sz="half" idx="61"/>
          </p:nvPr>
        </p:nvSpPr>
        <p:spPr>
          <a:xfrm>
            <a:off x="838200" y="6356350"/>
            <a:ext cx="2743200" cy="365125"/>
          </a:xfrm>
        </p:spPr>
        <p:txBody>
          <a:bodyPr/>
          <a:lstStyle>
            <a:lvl1pPr>
              <a:defRPr>
                <a:solidFill>
                  <a:schemeClr val="tx1">
                    <a:lumMod val="65000"/>
                    <a:lumOff val="35000"/>
                  </a:schemeClr>
                </a:solidFill>
              </a:defRPr>
            </a:lvl1pPr>
          </a:lstStyle>
          <a:p>
            <a:r>
              <a:rPr lang="en-US" dirty="0"/>
              <a:t>7/14/20XX</a:t>
            </a:r>
          </a:p>
        </p:txBody>
      </p:sp>
      <p:sp>
        <p:nvSpPr>
          <p:cNvPr id="3" name="Rectangle 2">
            <a:extLst>
              <a:ext uri="{FF2B5EF4-FFF2-40B4-BE49-F238E27FC236}">
                <a16:creationId xmlns:a16="http://schemas.microsoft.com/office/drawing/2014/main" id="{57AB03C7-C423-4EA2-AC0C-C153413E216C}"/>
              </a:ext>
            </a:extLst>
          </p:cNvPr>
          <p:cNvSpPr/>
          <p:nvPr userDrawn="1"/>
        </p:nvSpPr>
        <p:spPr>
          <a:xfrm>
            <a:off x="929640" y="3943857"/>
            <a:ext cx="10332720" cy="2286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27028159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841248" y="365760"/>
            <a:ext cx="10515600" cy="1325563"/>
          </a:xfrm>
        </p:spPr>
        <p:txBody>
          <a:bodyPr/>
          <a:lstStyle>
            <a:lvl1pPr>
              <a:defRPr>
                <a:solidFill>
                  <a:schemeClr val="tx1"/>
                </a:solidFill>
              </a:defRPr>
            </a:lvl1pPr>
          </a:lstStyle>
          <a:p>
            <a:r>
              <a:rPr lang="en-US" dirty="0"/>
              <a:t>CLICK TO EDIT TITLE</a:t>
            </a:r>
          </a:p>
        </p:txBody>
      </p:sp>
      <p:sp>
        <p:nvSpPr>
          <p:cNvPr id="4" name="Date Placeholder 3">
            <a:extLst>
              <a:ext uri="{FF2B5EF4-FFF2-40B4-BE49-F238E27FC236}">
                <a16:creationId xmlns:a16="http://schemas.microsoft.com/office/drawing/2014/main" id="{3EDAC16E-5725-4AC1-AB85-871F25D26688}"/>
              </a:ext>
            </a:extLst>
          </p:cNvPr>
          <p:cNvSpPr>
            <a:spLocks noGrp="1"/>
          </p:cNvSpPr>
          <p:nvPr>
            <p:ph type="dt" sz="half" idx="10"/>
          </p:nvPr>
        </p:nvSpPr>
        <p:spPr/>
        <p:txBody>
          <a:bodyPr/>
          <a:lstStyle>
            <a:lvl1pPr>
              <a:defRPr>
                <a:solidFill>
                  <a:schemeClr val="tx1">
                    <a:lumMod val="65000"/>
                    <a:lumOff val="35000"/>
                  </a:schemeClr>
                </a:solidFill>
              </a:defRPr>
            </a:lvl1pPr>
          </a:lstStyle>
          <a:p>
            <a:r>
              <a:rPr lang="en-US" dirty="0"/>
              <a:t>7/14/20XX</a:t>
            </a:r>
          </a:p>
        </p:txBody>
      </p:sp>
      <p:sp>
        <p:nvSpPr>
          <p:cNvPr id="5" name="Footer Placeholder 4">
            <a:extLst>
              <a:ext uri="{FF2B5EF4-FFF2-40B4-BE49-F238E27FC236}">
                <a16:creationId xmlns:a16="http://schemas.microsoft.com/office/drawing/2014/main" id="{FD10B5D8-71E9-48DC-A04C-559359603CB0}"/>
              </a:ext>
            </a:extLst>
          </p:cNvPr>
          <p:cNvSpPr>
            <a:spLocks noGrp="1"/>
          </p:cNvSpPr>
          <p:nvPr>
            <p:ph type="ftr" sz="quarter" idx="11"/>
          </p:nvPr>
        </p:nvSpPr>
        <p:spPr/>
        <p:txBody>
          <a:bodyPr/>
          <a:lstStyle>
            <a:lvl1pPr>
              <a:defRPr>
                <a:solidFill>
                  <a:schemeClr val="tx1">
                    <a:lumMod val="65000"/>
                    <a:lumOff val="35000"/>
                  </a:schemeClr>
                </a:solidFill>
              </a:defRPr>
            </a:lvl1pPr>
          </a:lstStyle>
          <a:p>
            <a:r>
              <a:rPr lang="en-US" dirty="0"/>
              <a:t>Pitch deck title</a:t>
            </a:r>
          </a:p>
        </p:txBody>
      </p:sp>
      <p:sp>
        <p:nvSpPr>
          <p:cNvPr id="6" name="Slide Number Placeholder 5">
            <a:extLst>
              <a:ext uri="{FF2B5EF4-FFF2-40B4-BE49-F238E27FC236}">
                <a16:creationId xmlns:a16="http://schemas.microsoft.com/office/drawing/2014/main" id="{A0FDD81F-9379-48E6-9B14-83486F920A39}"/>
              </a:ext>
            </a:extLst>
          </p:cNvPr>
          <p:cNvSpPr>
            <a:spLocks noGrp="1"/>
          </p:cNvSpPr>
          <p:nvPr>
            <p:ph type="sldNum" sz="quarter" idx="12"/>
          </p:nvPr>
        </p:nvSpPr>
        <p:spPr/>
        <p:txBody>
          <a:bodyPr/>
          <a:lstStyle>
            <a:lvl1pPr>
              <a:defRPr>
                <a:solidFill>
                  <a:schemeClr val="tx1">
                    <a:lumMod val="65000"/>
                    <a:lumOff val="35000"/>
                  </a:schemeClr>
                </a:solidFill>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3535702293"/>
      </p:ext>
    </p:extLst>
  </p:cSld>
  <p:clrMapOvr>
    <a:masterClrMapping/>
  </p:clrMapOvr>
  <p:extLst>
    <p:ext uri="{DCECCB84-F9BA-43D5-87BE-67443E8EF086}">
      <p15:sldGuideLst xmlns:p15="http://schemas.microsoft.com/office/powerpoint/2012/main">
        <p15:guide id="1" orient="horz" pos="912" userDrawn="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eam 4up">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F8C642-49FB-4E16-A3A0-B2ACBEABFFD6}"/>
              </a:ext>
            </a:extLst>
          </p:cNvPr>
          <p:cNvSpPr>
            <a:spLocks noGrp="1"/>
          </p:cNvSpPr>
          <p:nvPr>
            <p:ph type="title" hasCustomPrompt="1"/>
          </p:nvPr>
        </p:nvSpPr>
        <p:spPr/>
        <p:txBody>
          <a:bodyPr/>
          <a:lstStyle/>
          <a:p>
            <a:r>
              <a:rPr lang="en-US" dirty="0"/>
              <a:t>CLICK TO EDIT MASTER TITLE STYLE</a:t>
            </a:r>
          </a:p>
        </p:txBody>
      </p:sp>
      <p:sp>
        <p:nvSpPr>
          <p:cNvPr id="3" name="Date Placeholder 2">
            <a:extLst>
              <a:ext uri="{FF2B5EF4-FFF2-40B4-BE49-F238E27FC236}">
                <a16:creationId xmlns:a16="http://schemas.microsoft.com/office/drawing/2014/main" id="{9CAF00A3-1058-4FA9-A985-03711701054C}"/>
              </a:ext>
            </a:extLst>
          </p:cNvPr>
          <p:cNvSpPr>
            <a:spLocks noGrp="1"/>
          </p:cNvSpPr>
          <p:nvPr>
            <p:ph type="dt" sz="half" idx="10"/>
          </p:nvPr>
        </p:nvSpPr>
        <p:spPr/>
        <p:txBody>
          <a:bodyPr/>
          <a:lstStyle>
            <a:lvl1pPr>
              <a:defRPr>
                <a:solidFill>
                  <a:schemeClr val="tx1">
                    <a:lumMod val="65000"/>
                    <a:lumOff val="35000"/>
                  </a:schemeClr>
                </a:solidFill>
              </a:defRPr>
            </a:lvl1pPr>
          </a:lstStyle>
          <a:p>
            <a:r>
              <a:rPr lang="en-US" dirty="0"/>
              <a:t>7/14/20XX</a:t>
            </a:r>
          </a:p>
        </p:txBody>
      </p:sp>
      <p:sp>
        <p:nvSpPr>
          <p:cNvPr id="4" name="Footer Placeholder 3">
            <a:extLst>
              <a:ext uri="{FF2B5EF4-FFF2-40B4-BE49-F238E27FC236}">
                <a16:creationId xmlns:a16="http://schemas.microsoft.com/office/drawing/2014/main" id="{A00F60BE-20E1-40C5-85E7-AEAABD0C0DE6}"/>
              </a:ext>
            </a:extLst>
          </p:cNvPr>
          <p:cNvSpPr>
            <a:spLocks noGrp="1"/>
          </p:cNvSpPr>
          <p:nvPr>
            <p:ph type="ftr" sz="quarter" idx="11"/>
          </p:nvPr>
        </p:nvSpPr>
        <p:spPr/>
        <p:txBody>
          <a:bodyPr/>
          <a:lstStyle>
            <a:lvl1pPr>
              <a:defRPr>
                <a:solidFill>
                  <a:schemeClr val="tx1">
                    <a:lumMod val="65000"/>
                    <a:lumOff val="35000"/>
                  </a:schemeClr>
                </a:solidFill>
              </a:defRPr>
            </a:lvl1pPr>
          </a:lstStyle>
          <a:p>
            <a:r>
              <a:rPr lang="en-US" dirty="0"/>
              <a:t>Pitch deck title</a:t>
            </a:r>
          </a:p>
        </p:txBody>
      </p:sp>
      <p:sp>
        <p:nvSpPr>
          <p:cNvPr id="5" name="Slide Number Placeholder 4">
            <a:extLst>
              <a:ext uri="{FF2B5EF4-FFF2-40B4-BE49-F238E27FC236}">
                <a16:creationId xmlns:a16="http://schemas.microsoft.com/office/drawing/2014/main" id="{05DC939B-94C9-4FF9-B0C8-1149DEFA6CF8}"/>
              </a:ext>
            </a:extLst>
          </p:cNvPr>
          <p:cNvSpPr>
            <a:spLocks noGrp="1"/>
          </p:cNvSpPr>
          <p:nvPr>
            <p:ph type="sldNum" sz="quarter" idx="12"/>
          </p:nvPr>
        </p:nvSpPr>
        <p:spPr/>
        <p:txBody>
          <a:bodyPr/>
          <a:lstStyle>
            <a:lvl1pPr>
              <a:defRPr>
                <a:solidFill>
                  <a:schemeClr val="tx1">
                    <a:lumMod val="65000"/>
                    <a:lumOff val="35000"/>
                  </a:schemeClr>
                </a:solidFill>
              </a:defRPr>
            </a:lvl1pPr>
          </a:lstStyle>
          <a:p>
            <a:fld id="{B5CEABB6-07DC-46E8-9B57-56EC44A396E5}" type="slidenum">
              <a:rPr lang="en-US" smtClean="0"/>
              <a:pPr/>
              <a:t>‹#›</a:t>
            </a:fld>
            <a:endParaRPr lang="en-US" dirty="0"/>
          </a:p>
        </p:txBody>
      </p:sp>
      <p:sp>
        <p:nvSpPr>
          <p:cNvPr id="28" name="Picture Placeholder 27">
            <a:extLst>
              <a:ext uri="{FF2B5EF4-FFF2-40B4-BE49-F238E27FC236}">
                <a16:creationId xmlns:a16="http://schemas.microsoft.com/office/drawing/2014/main" id="{8A4789F7-47F3-492F-8AE6-209A1044F3DD}"/>
              </a:ext>
            </a:extLst>
          </p:cNvPr>
          <p:cNvSpPr>
            <a:spLocks noGrp="1"/>
          </p:cNvSpPr>
          <p:nvPr>
            <p:ph type="pic" sz="quarter" idx="13"/>
          </p:nvPr>
        </p:nvSpPr>
        <p:spPr>
          <a:xfrm>
            <a:off x="914400" y="2047876"/>
            <a:ext cx="2103120" cy="2913793"/>
          </a:xfrm>
          <a:custGeom>
            <a:avLst/>
            <a:gdLst>
              <a:gd name="connsiteX0" fmla="*/ 0 w 2103120"/>
              <a:gd name="connsiteY0" fmla="*/ 0 h 2913793"/>
              <a:gd name="connsiteX1" fmla="*/ 2103120 w 2103120"/>
              <a:gd name="connsiteY1" fmla="*/ 0 h 2913793"/>
              <a:gd name="connsiteX2" fmla="*/ 2103120 w 2103120"/>
              <a:gd name="connsiteY2" fmla="*/ 2913793 h 2913793"/>
              <a:gd name="connsiteX3" fmla="*/ 0 w 2103120"/>
              <a:gd name="connsiteY3" fmla="*/ 2913793 h 2913793"/>
            </a:gdLst>
            <a:ahLst/>
            <a:cxnLst>
              <a:cxn ang="0">
                <a:pos x="connsiteX0" y="connsiteY0"/>
              </a:cxn>
              <a:cxn ang="0">
                <a:pos x="connsiteX1" y="connsiteY1"/>
              </a:cxn>
              <a:cxn ang="0">
                <a:pos x="connsiteX2" y="connsiteY2"/>
              </a:cxn>
              <a:cxn ang="0">
                <a:pos x="connsiteX3" y="connsiteY3"/>
              </a:cxn>
            </a:cxnLst>
            <a:rect l="l" t="t" r="r" b="b"/>
            <a:pathLst>
              <a:path w="2103120" h="2913793">
                <a:moveTo>
                  <a:pt x="0" y="0"/>
                </a:moveTo>
                <a:lnTo>
                  <a:pt x="2103120" y="0"/>
                </a:lnTo>
                <a:lnTo>
                  <a:pt x="2103120" y="2913793"/>
                </a:lnTo>
                <a:lnTo>
                  <a:pt x="0" y="2913793"/>
                </a:lnTo>
                <a:close/>
              </a:path>
            </a:pathLst>
          </a:custGeom>
          <a:solidFill>
            <a:schemeClr val="accent6">
              <a:lumMod val="20000"/>
              <a:lumOff val="80000"/>
            </a:schemeClr>
          </a:solidFill>
        </p:spPr>
        <p:txBody>
          <a:bodyPr wrap="square">
            <a:noAutofit/>
          </a:bodyPr>
          <a:lstStyle/>
          <a:p>
            <a:r>
              <a:rPr lang="en-US"/>
              <a:t>Click icon to add picture</a:t>
            </a:r>
            <a:endParaRPr lang="en-US" dirty="0"/>
          </a:p>
        </p:txBody>
      </p:sp>
      <p:sp>
        <p:nvSpPr>
          <p:cNvPr id="9" name="Text Placeholder 8">
            <a:extLst>
              <a:ext uri="{FF2B5EF4-FFF2-40B4-BE49-F238E27FC236}">
                <a16:creationId xmlns:a16="http://schemas.microsoft.com/office/drawing/2014/main" id="{51E566A4-E145-4128-B0EB-DEE6D486BE8A}"/>
              </a:ext>
            </a:extLst>
          </p:cNvPr>
          <p:cNvSpPr>
            <a:spLocks noGrp="1"/>
          </p:cNvSpPr>
          <p:nvPr>
            <p:ph type="body" sz="quarter" idx="14" hasCustomPrompt="1"/>
          </p:nvPr>
        </p:nvSpPr>
        <p:spPr>
          <a:xfrm>
            <a:off x="911352" y="5257800"/>
            <a:ext cx="2103120" cy="274320"/>
          </a:xfrm>
        </p:spPr>
        <p:txBody>
          <a:bodyPr>
            <a:noAutofit/>
          </a:bodyPr>
          <a:lstStyle>
            <a:lvl1pPr marL="0" indent="0">
              <a:buNone/>
              <a:defRPr sz="1400"/>
            </a:lvl1pPr>
            <a:lvl2pPr marL="457200" indent="0">
              <a:buNone/>
              <a:defRPr sz="1600"/>
            </a:lvl2pPr>
            <a:lvl3pPr marL="914400" indent="0">
              <a:buNone/>
              <a:defRPr sz="1600"/>
            </a:lvl3pPr>
            <a:lvl4pPr marL="1371600" indent="0">
              <a:buNone/>
              <a:defRPr sz="1600"/>
            </a:lvl4pPr>
            <a:lvl5pPr marL="1828800" indent="0">
              <a:buNone/>
              <a:defRPr sz="1600"/>
            </a:lvl5pPr>
          </a:lstStyle>
          <a:p>
            <a:pPr lvl="0"/>
            <a:r>
              <a:rPr lang="en-US" dirty="0"/>
              <a:t>Name</a:t>
            </a:r>
          </a:p>
        </p:txBody>
      </p:sp>
      <p:sp>
        <p:nvSpPr>
          <p:cNvPr id="11" name="Text Placeholder 10">
            <a:extLst>
              <a:ext uri="{FF2B5EF4-FFF2-40B4-BE49-F238E27FC236}">
                <a16:creationId xmlns:a16="http://schemas.microsoft.com/office/drawing/2014/main" id="{0B143611-92A8-4EFD-9C6A-0D18F4DE154D}"/>
              </a:ext>
            </a:extLst>
          </p:cNvPr>
          <p:cNvSpPr>
            <a:spLocks noGrp="1"/>
          </p:cNvSpPr>
          <p:nvPr>
            <p:ph type="body" sz="quarter" idx="15" hasCustomPrompt="1"/>
          </p:nvPr>
        </p:nvSpPr>
        <p:spPr>
          <a:xfrm>
            <a:off x="911352" y="5551170"/>
            <a:ext cx="2103120" cy="365760"/>
          </a:xfrm>
        </p:spPr>
        <p:txBody>
          <a:bodyPr>
            <a:noAutofit/>
          </a:bodyPr>
          <a:lstStyle>
            <a:lvl1pPr marL="0" indent="0">
              <a:buNone/>
              <a:defRPr sz="1200">
                <a:solidFill>
                  <a:schemeClr val="tx1">
                    <a:lumMod val="50000"/>
                    <a:lumOff val="50000"/>
                  </a:schemeClr>
                </a:solidFill>
              </a:defRPr>
            </a:lvl1pPr>
            <a:lvl2pPr marL="457200" indent="0">
              <a:buNone/>
              <a:defRPr sz="1200">
                <a:solidFill>
                  <a:schemeClr val="tx1">
                    <a:lumMod val="50000"/>
                    <a:lumOff val="50000"/>
                  </a:schemeClr>
                </a:solidFill>
              </a:defRPr>
            </a:lvl2pPr>
            <a:lvl3pPr marL="914400" indent="0">
              <a:buNone/>
              <a:defRPr sz="1200">
                <a:solidFill>
                  <a:schemeClr val="tx1">
                    <a:lumMod val="50000"/>
                    <a:lumOff val="50000"/>
                  </a:schemeClr>
                </a:solidFill>
              </a:defRPr>
            </a:lvl3pPr>
            <a:lvl4pPr marL="1371600" indent="0">
              <a:buNone/>
              <a:defRPr sz="1200">
                <a:solidFill>
                  <a:schemeClr val="tx1">
                    <a:lumMod val="50000"/>
                    <a:lumOff val="50000"/>
                  </a:schemeClr>
                </a:solidFill>
              </a:defRPr>
            </a:lvl4pPr>
            <a:lvl5pPr marL="1828800" indent="0">
              <a:buNone/>
              <a:defRPr sz="1200">
                <a:solidFill>
                  <a:schemeClr val="tx1">
                    <a:lumMod val="50000"/>
                    <a:lumOff val="50000"/>
                  </a:schemeClr>
                </a:solidFill>
              </a:defRPr>
            </a:lvl5pPr>
          </a:lstStyle>
          <a:p>
            <a:pPr lvl="0"/>
            <a:r>
              <a:rPr lang="en-US" dirty="0"/>
              <a:t>Title</a:t>
            </a:r>
          </a:p>
        </p:txBody>
      </p:sp>
      <p:sp>
        <p:nvSpPr>
          <p:cNvPr id="27" name="Picture Placeholder 26">
            <a:extLst>
              <a:ext uri="{FF2B5EF4-FFF2-40B4-BE49-F238E27FC236}">
                <a16:creationId xmlns:a16="http://schemas.microsoft.com/office/drawing/2014/main" id="{25A9EE92-C505-4777-B442-72C5A0BDCBF7}"/>
              </a:ext>
            </a:extLst>
          </p:cNvPr>
          <p:cNvSpPr>
            <a:spLocks noGrp="1"/>
          </p:cNvSpPr>
          <p:nvPr>
            <p:ph type="pic" sz="quarter" idx="16"/>
          </p:nvPr>
        </p:nvSpPr>
        <p:spPr>
          <a:xfrm>
            <a:off x="3667760" y="2047875"/>
            <a:ext cx="2103120" cy="3017520"/>
          </a:xfrm>
          <a:custGeom>
            <a:avLst/>
            <a:gdLst>
              <a:gd name="connsiteX0" fmla="*/ 0 w 2103120"/>
              <a:gd name="connsiteY0" fmla="*/ 0 h 3017520"/>
              <a:gd name="connsiteX1" fmla="*/ 2103120 w 2103120"/>
              <a:gd name="connsiteY1" fmla="*/ 0 h 3017520"/>
              <a:gd name="connsiteX2" fmla="*/ 2103120 w 2103120"/>
              <a:gd name="connsiteY2" fmla="*/ 3017520 h 3017520"/>
              <a:gd name="connsiteX3" fmla="*/ 2102104 w 2103120"/>
              <a:gd name="connsiteY3" fmla="*/ 3017520 h 3017520"/>
              <a:gd name="connsiteX4" fmla="*/ 2102104 w 2103120"/>
              <a:gd name="connsiteY4" fmla="*/ 2910625 h 3017520"/>
              <a:gd name="connsiteX5" fmla="*/ 0 w 2103120"/>
              <a:gd name="connsiteY5" fmla="*/ 2910625 h 3017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03120" h="3017520">
                <a:moveTo>
                  <a:pt x="0" y="0"/>
                </a:moveTo>
                <a:lnTo>
                  <a:pt x="2103120" y="0"/>
                </a:lnTo>
                <a:lnTo>
                  <a:pt x="2103120" y="3017520"/>
                </a:lnTo>
                <a:lnTo>
                  <a:pt x="2102104" y="3017520"/>
                </a:lnTo>
                <a:lnTo>
                  <a:pt x="2102104" y="2910625"/>
                </a:lnTo>
                <a:lnTo>
                  <a:pt x="0" y="2910625"/>
                </a:lnTo>
                <a:close/>
              </a:path>
            </a:pathLst>
          </a:custGeom>
          <a:solidFill>
            <a:schemeClr val="accent6">
              <a:lumMod val="20000"/>
              <a:lumOff val="80000"/>
            </a:schemeClr>
          </a:solidFill>
        </p:spPr>
        <p:txBody>
          <a:bodyPr wrap="square">
            <a:noAutofit/>
          </a:bodyPr>
          <a:lstStyle/>
          <a:p>
            <a:r>
              <a:rPr lang="en-US"/>
              <a:t>Click icon to add picture</a:t>
            </a:r>
            <a:endParaRPr lang="en-US" dirty="0"/>
          </a:p>
        </p:txBody>
      </p:sp>
      <p:sp>
        <p:nvSpPr>
          <p:cNvPr id="13" name="Text Placeholder 8">
            <a:extLst>
              <a:ext uri="{FF2B5EF4-FFF2-40B4-BE49-F238E27FC236}">
                <a16:creationId xmlns:a16="http://schemas.microsoft.com/office/drawing/2014/main" id="{0224436F-4BCF-481B-B0A9-C4AE888185BE}"/>
              </a:ext>
            </a:extLst>
          </p:cNvPr>
          <p:cNvSpPr>
            <a:spLocks noGrp="1"/>
          </p:cNvSpPr>
          <p:nvPr>
            <p:ph type="body" sz="quarter" idx="17" hasCustomPrompt="1"/>
          </p:nvPr>
        </p:nvSpPr>
        <p:spPr>
          <a:xfrm>
            <a:off x="3666744" y="5257800"/>
            <a:ext cx="2103120" cy="274320"/>
          </a:xfrm>
        </p:spPr>
        <p:txBody>
          <a:bodyPr>
            <a:noAutofit/>
          </a:bodyPr>
          <a:lstStyle>
            <a:lvl1pPr marL="0" indent="0">
              <a:buNone/>
              <a:defRPr sz="1400"/>
            </a:lvl1pPr>
            <a:lvl2pPr marL="457200" indent="0">
              <a:buNone/>
              <a:defRPr sz="1600"/>
            </a:lvl2pPr>
            <a:lvl3pPr marL="914400" indent="0">
              <a:buNone/>
              <a:defRPr sz="1600"/>
            </a:lvl3pPr>
            <a:lvl4pPr marL="1371600" indent="0">
              <a:buNone/>
              <a:defRPr sz="1600"/>
            </a:lvl4pPr>
            <a:lvl5pPr marL="1828800" indent="0">
              <a:buNone/>
              <a:defRPr sz="1600"/>
            </a:lvl5pPr>
          </a:lstStyle>
          <a:p>
            <a:pPr lvl="0"/>
            <a:r>
              <a:rPr lang="en-US" dirty="0"/>
              <a:t>Name</a:t>
            </a:r>
          </a:p>
        </p:txBody>
      </p:sp>
      <p:sp>
        <p:nvSpPr>
          <p:cNvPr id="14" name="Text Placeholder 10">
            <a:extLst>
              <a:ext uri="{FF2B5EF4-FFF2-40B4-BE49-F238E27FC236}">
                <a16:creationId xmlns:a16="http://schemas.microsoft.com/office/drawing/2014/main" id="{CE81F848-2A43-484F-8AB0-8E45A1507945}"/>
              </a:ext>
            </a:extLst>
          </p:cNvPr>
          <p:cNvSpPr>
            <a:spLocks noGrp="1"/>
          </p:cNvSpPr>
          <p:nvPr>
            <p:ph type="body" sz="quarter" idx="18" hasCustomPrompt="1"/>
          </p:nvPr>
        </p:nvSpPr>
        <p:spPr>
          <a:xfrm>
            <a:off x="3666744" y="5551170"/>
            <a:ext cx="2103120" cy="365760"/>
          </a:xfrm>
        </p:spPr>
        <p:txBody>
          <a:bodyPr>
            <a:noAutofit/>
          </a:bodyPr>
          <a:lstStyle>
            <a:lvl1pPr marL="0" indent="0">
              <a:buNone/>
              <a:defRPr sz="1200">
                <a:solidFill>
                  <a:schemeClr val="tx1">
                    <a:lumMod val="50000"/>
                    <a:lumOff val="50000"/>
                  </a:schemeClr>
                </a:solidFill>
              </a:defRPr>
            </a:lvl1pPr>
            <a:lvl2pPr marL="457200" indent="0">
              <a:buNone/>
              <a:defRPr sz="1200">
                <a:solidFill>
                  <a:schemeClr val="tx1">
                    <a:lumMod val="50000"/>
                    <a:lumOff val="50000"/>
                  </a:schemeClr>
                </a:solidFill>
              </a:defRPr>
            </a:lvl2pPr>
            <a:lvl3pPr marL="914400" indent="0">
              <a:buNone/>
              <a:defRPr sz="1200">
                <a:solidFill>
                  <a:schemeClr val="tx1">
                    <a:lumMod val="50000"/>
                    <a:lumOff val="50000"/>
                  </a:schemeClr>
                </a:solidFill>
              </a:defRPr>
            </a:lvl3pPr>
            <a:lvl4pPr marL="1371600" indent="0">
              <a:buNone/>
              <a:defRPr sz="1200">
                <a:solidFill>
                  <a:schemeClr val="tx1">
                    <a:lumMod val="50000"/>
                    <a:lumOff val="50000"/>
                  </a:schemeClr>
                </a:solidFill>
              </a:defRPr>
            </a:lvl4pPr>
            <a:lvl5pPr marL="1828800" indent="0">
              <a:buNone/>
              <a:defRPr sz="1200">
                <a:solidFill>
                  <a:schemeClr val="tx1">
                    <a:lumMod val="50000"/>
                    <a:lumOff val="50000"/>
                  </a:schemeClr>
                </a:solidFill>
              </a:defRPr>
            </a:lvl5pPr>
          </a:lstStyle>
          <a:p>
            <a:pPr lvl="0"/>
            <a:r>
              <a:rPr lang="en-US" dirty="0"/>
              <a:t>Title</a:t>
            </a:r>
          </a:p>
        </p:txBody>
      </p:sp>
      <p:sp>
        <p:nvSpPr>
          <p:cNvPr id="26" name="Picture Placeholder 25">
            <a:extLst>
              <a:ext uri="{FF2B5EF4-FFF2-40B4-BE49-F238E27FC236}">
                <a16:creationId xmlns:a16="http://schemas.microsoft.com/office/drawing/2014/main" id="{B98E2731-9AE8-4D4E-969E-814287EE84AB}"/>
              </a:ext>
            </a:extLst>
          </p:cNvPr>
          <p:cNvSpPr>
            <a:spLocks noGrp="1"/>
          </p:cNvSpPr>
          <p:nvPr>
            <p:ph type="pic" sz="quarter" idx="19"/>
          </p:nvPr>
        </p:nvSpPr>
        <p:spPr>
          <a:xfrm>
            <a:off x="6421120" y="2047875"/>
            <a:ext cx="2103120" cy="3017520"/>
          </a:xfrm>
          <a:custGeom>
            <a:avLst/>
            <a:gdLst>
              <a:gd name="connsiteX0" fmla="*/ 0 w 2103120"/>
              <a:gd name="connsiteY0" fmla="*/ 0 h 3017520"/>
              <a:gd name="connsiteX1" fmla="*/ 2103120 w 2103120"/>
              <a:gd name="connsiteY1" fmla="*/ 0 h 3017520"/>
              <a:gd name="connsiteX2" fmla="*/ 2103120 w 2103120"/>
              <a:gd name="connsiteY2" fmla="*/ 3017520 h 3017520"/>
              <a:gd name="connsiteX3" fmla="*/ 2100725 w 2103120"/>
              <a:gd name="connsiteY3" fmla="*/ 3017520 h 3017520"/>
              <a:gd name="connsiteX4" fmla="*/ 2100725 w 2103120"/>
              <a:gd name="connsiteY4" fmla="*/ 2910625 h 3017520"/>
              <a:gd name="connsiteX5" fmla="*/ 0 w 2103120"/>
              <a:gd name="connsiteY5" fmla="*/ 2910625 h 3017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03120" h="3017520">
                <a:moveTo>
                  <a:pt x="0" y="0"/>
                </a:moveTo>
                <a:lnTo>
                  <a:pt x="2103120" y="0"/>
                </a:lnTo>
                <a:lnTo>
                  <a:pt x="2103120" y="3017520"/>
                </a:lnTo>
                <a:lnTo>
                  <a:pt x="2100725" y="3017520"/>
                </a:lnTo>
                <a:lnTo>
                  <a:pt x="2100725" y="2910625"/>
                </a:lnTo>
                <a:lnTo>
                  <a:pt x="0" y="2910625"/>
                </a:lnTo>
                <a:close/>
              </a:path>
            </a:pathLst>
          </a:custGeom>
          <a:solidFill>
            <a:schemeClr val="accent6">
              <a:lumMod val="20000"/>
              <a:lumOff val="80000"/>
            </a:schemeClr>
          </a:solidFill>
        </p:spPr>
        <p:txBody>
          <a:bodyPr wrap="square">
            <a:noAutofit/>
          </a:bodyPr>
          <a:lstStyle/>
          <a:p>
            <a:r>
              <a:rPr lang="en-US"/>
              <a:t>Click icon to add picture</a:t>
            </a:r>
            <a:endParaRPr lang="en-US" dirty="0"/>
          </a:p>
        </p:txBody>
      </p:sp>
      <p:sp>
        <p:nvSpPr>
          <p:cNvPr id="16" name="Text Placeholder 8">
            <a:extLst>
              <a:ext uri="{FF2B5EF4-FFF2-40B4-BE49-F238E27FC236}">
                <a16:creationId xmlns:a16="http://schemas.microsoft.com/office/drawing/2014/main" id="{AB0DA7E8-8D66-4F86-86F2-604044642B80}"/>
              </a:ext>
            </a:extLst>
          </p:cNvPr>
          <p:cNvSpPr>
            <a:spLocks noGrp="1"/>
          </p:cNvSpPr>
          <p:nvPr>
            <p:ph type="body" sz="quarter" idx="20" hasCustomPrompt="1"/>
          </p:nvPr>
        </p:nvSpPr>
        <p:spPr>
          <a:xfrm>
            <a:off x="6419088" y="5257800"/>
            <a:ext cx="2103120" cy="274320"/>
          </a:xfrm>
        </p:spPr>
        <p:txBody>
          <a:bodyPr>
            <a:noAutofit/>
          </a:bodyPr>
          <a:lstStyle>
            <a:lvl1pPr marL="0" indent="0">
              <a:buNone/>
              <a:defRPr sz="1400"/>
            </a:lvl1pPr>
            <a:lvl2pPr marL="457200" indent="0">
              <a:buNone/>
              <a:defRPr sz="1600"/>
            </a:lvl2pPr>
            <a:lvl3pPr marL="914400" indent="0">
              <a:buNone/>
              <a:defRPr sz="1600"/>
            </a:lvl3pPr>
            <a:lvl4pPr marL="1371600" indent="0">
              <a:buNone/>
              <a:defRPr sz="1600"/>
            </a:lvl4pPr>
            <a:lvl5pPr marL="1828800" indent="0">
              <a:buNone/>
              <a:defRPr sz="1600"/>
            </a:lvl5pPr>
          </a:lstStyle>
          <a:p>
            <a:pPr lvl="0"/>
            <a:r>
              <a:rPr lang="en-US" dirty="0"/>
              <a:t>Name</a:t>
            </a:r>
          </a:p>
        </p:txBody>
      </p:sp>
      <p:sp>
        <p:nvSpPr>
          <p:cNvPr id="17" name="Text Placeholder 10">
            <a:extLst>
              <a:ext uri="{FF2B5EF4-FFF2-40B4-BE49-F238E27FC236}">
                <a16:creationId xmlns:a16="http://schemas.microsoft.com/office/drawing/2014/main" id="{3DC8F7DC-7D79-452D-89D4-DC0155C96864}"/>
              </a:ext>
            </a:extLst>
          </p:cNvPr>
          <p:cNvSpPr>
            <a:spLocks noGrp="1"/>
          </p:cNvSpPr>
          <p:nvPr>
            <p:ph type="body" sz="quarter" idx="21" hasCustomPrompt="1"/>
          </p:nvPr>
        </p:nvSpPr>
        <p:spPr>
          <a:xfrm>
            <a:off x="6419088" y="5551170"/>
            <a:ext cx="2103120" cy="365760"/>
          </a:xfrm>
        </p:spPr>
        <p:txBody>
          <a:bodyPr>
            <a:noAutofit/>
          </a:bodyPr>
          <a:lstStyle>
            <a:lvl1pPr marL="0" indent="0">
              <a:buNone/>
              <a:defRPr sz="1200">
                <a:solidFill>
                  <a:schemeClr val="tx1">
                    <a:lumMod val="50000"/>
                    <a:lumOff val="50000"/>
                  </a:schemeClr>
                </a:solidFill>
              </a:defRPr>
            </a:lvl1pPr>
            <a:lvl2pPr marL="457200" indent="0">
              <a:buNone/>
              <a:defRPr sz="1200">
                <a:solidFill>
                  <a:schemeClr val="tx1">
                    <a:lumMod val="50000"/>
                    <a:lumOff val="50000"/>
                  </a:schemeClr>
                </a:solidFill>
              </a:defRPr>
            </a:lvl2pPr>
            <a:lvl3pPr marL="914400" indent="0">
              <a:buNone/>
              <a:defRPr sz="1200">
                <a:solidFill>
                  <a:schemeClr val="tx1">
                    <a:lumMod val="50000"/>
                    <a:lumOff val="50000"/>
                  </a:schemeClr>
                </a:solidFill>
              </a:defRPr>
            </a:lvl3pPr>
            <a:lvl4pPr marL="1371600" indent="0">
              <a:buNone/>
              <a:defRPr sz="1200">
                <a:solidFill>
                  <a:schemeClr val="tx1">
                    <a:lumMod val="50000"/>
                    <a:lumOff val="50000"/>
                  </a:schemeClr>
                </a:solidFill>
              </a:defRPr>
            </a:lvl4pPr>
            <a:lvl5pPr marL="1828800" indent="0">
              <a:buNone/>
              <a:defRPr sz="1200">
                <a:solidFill>
                  <a:schemeClr val="tx1">
                    <a:lumMod val="50000"/>
                    <a:lumOff val="50000"/>
                  </a:schemeClr>
                </a:solidFill>
              </a:defRPr>
            </a:lvl5pPr>
          </a:lstStyle>
          <a:p>
            <a:pPr lvl="0"/>
            <a:r>
              <a:rPr lang="en-US" dirty="0"/>
              <a:t>Title</a:t>
            </a:r>
          </a:p>
        </p:txBody>
      </p:sp>
      <p:sp>
        <p:nvSpPr>
          <p:cNvPr id="25" name="Picture Placeholder 24">
            <a:extLst>
              <a:ext uri="{FF2B5EF4-FFF2-40B4-BE49-F238E27FC236}">
                <a16:creationId xmlns:a16="http://schemas.microsoft.com/office/drawing/2014/main" id="{ACF06764-EDD6-4592-AF7B-7BF92AF387F7}"/>
              </a:ext>
            </a:extLst>
          </p:cNvPr>
          <p:cNvSpPr>
            <a:spLocks noGrp="1"/>
          </p:cNvSpPr>
          <p:nvPr>
            <p:ph type="pic" sz="quarter" idx="22"/>
          </p:nvPr>
        </p:nvSpPr>
        <p:spPr>
          <a:xfrm>
            <a:off x="9174480" y="2047875"/>
            <a:ext cx="2103120" cy="3017520"/>
          </a:xfrm>
          <a:custGeom>
            <a:avLst/>
            <a:gdLst>
              <a:gd name="connsiteX0" fmla="*/ 0 w 2103120"/>
              <a:gd name="connsiteY0" fmla="*/ 0 h 3017520"/>
              <a:gd name="connsiteX1" fmla="*/ 2103120 w 2103120"/>
              <a:gd name="connsiteY1" fmla="*/ 0 h 3017520"/>
              <a:gd name="connsiteX2" fmla="*/ 2103120 w 2103120"/>
              <a:gd name="connsiteY2" fmla="*/ 2910625 h 3017520"/>
              <a:gd name="connsiteX3" fmla="*/ 2268 w 2103120"/>
              <a:gd name="connsiteY3" fmla="*/ 2910625 h 3017520"/>
              <a:gd name="connsiteX4" fmla="*/ 2268 w 2103120"/>
              <a:gd name="connsiteY4" fmla="*/ 3017520 h 3017520"/>
              <a:gd name="connsiteX5" fmla="*/ 0 w 2103120"/>
              <a:gd name="connsiteY5" fmla="*/ 3017520 h 3017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03120" h="3017520">
                <a:moveTo>
                  <a:pt x="0" y="0"/>
                </a:moveTo>
                <a:lnTo>
                  <a:pt x="2103120" y="0"/>
                </a:lnTo>
                <a:lnTo>
                  <a:pt x="2103120" y="2910625"/>
                </a:lnTo>
                <a:lnTo>
                  <a:pt x="2268" y="2910625"/>
                </a:lnTo>
                <a:lnTo>
                  <a:pt x="2268" y="3017520"/>
                </a:lnTo>
                <a:lnTo>
                  <a:pt x="0" y="3017520"/>
                </a:lnTo>
                <a:close/>
              </a:path>
            </a:pathLst>
          </a:custGeom>
          <a:solidFill>
            <a:schemeClr val="accent6">
              <a:lumMod val="20000"/>
              <a:lumOff val="80000"/>
            </a:schemeClr>
          </a:solidFill>
        </p:spPr>
        <p:txBody>
          <a:bodyPr wrap="square">
            <a:noAutofit/>
          </a:bodyPr>
          <a:lstStyle/>
          <a:p>
            <a:r>
              <a:rPr lang="en-US"/>
              <a:t>Click icon to add picture</a:t>
            </a:r>
            <a:endParaRPr lang="en-US" dirty="0"/>
          </a:p>
        </p:txBody>
      </p:sp>
      <p:sp>
        <p:nvSpPr>
          <p:cNvPr id="19" name="Text Placeholder 8">
            <a:extLst>
              <a:ext uri="{FF2B5EF4-FFF2-40B4-BE49-F238E27FC236}">
                <a16:creationId xmlns:a16="http://schemas.microsoft.com/office/drawing/2014/main" id="{0810DF3C-ABDE-477A-AAF0-72B27ED17495}"/>
              </a:ext>
            </a:extLst>
          </p:cNvPr>
          <p:cNvSpPr>
            <a:spLocks noGrp="1"/>
          </p:cNvSpPr>
          <p:nvPr>
            <p:ph type="body" sz="quarter" idx="23" hasCustomPrompt="1"/>
          </p:nvPr>
        </p:nvSpPr>
        <p:spPr>
          <a:xfrm>
            <a:off x="9171432" y="5257800"/>
            <a:ext cx="2103120" cy="274320"/>
          </a:xfrm>
        </p:spPr>
        <p:txBody>
          <a:bodyPr>
            <a:noAutofit/>
          </a:bodyPr>
          <a:lstStyle>
            <a:lvl1pPr marL="0" indent="0">
              <a:buNone/>
              <a:defRPr sz="1400"/>
            </a:lvl1pPr>
            <a:lvl2pPr marL="457200" indent="0">
              <a:buNone/>
              <a:defRPr sz="1600"/>
            </a:lvl2pPr>
            <a:lvl3pPr marL="914400" indent="0">
              <a:buNone/>
              <a:defRPr sz="1600"/>
            </a:lvl3pPr>
            <a:lvl4pPr marL="1371600" indent="0">
              <a:buNone/>
              <a:defRPr sz="1600"/>
            </a:lvl4pPr>
            <a:lvl5pPr marL="1828800" indent="0">
              <a:buNone/>
              <a:defRPr sz="1600"/>
            </a:lvl5pPr>
          </a:lstStyle>
          <a:p>
            <a:pPr lvl="0"/>
            <a:r>
              <a:rPr lang="en-US" dirty="0"/>
              <a:t>Name</a:t>
            </a:r>
          </a:p>
        </p:txBody>
      </p:sp>
      <p:sp>
        <p:nvSpPr>
          <p:cNvPr id="20" name="Text Placeholder 10">
            <a:extLst>
              <a:ext uri="{FF2B5EF4-FFF2-40B4-BE49-F238E27FC236}">
                <a16:creationId xmlns:a16="http://schemas.microsoft.com/office/drawing/2014/main" id="{EBB0D63B-5F58-422A-A566-A7DE54E85F3B}"/>
              </a:ext>
            </a:extLst>
          </p:cNvPr>
          <p:cNvSpPr>
            <a:spLocks noGrp="1"/>
          </p:cNvSpPr>
          <p:nvPr>
            <p:ph type="body" sz="quarter" idx="24" hasCustomPrompt="1"/>
          </p:nvPr>
        </p:nvSpPr>
        <p:spPr>
          <a:xfrm>
            <a:off x="9171432" y="5551170"/>
            <a:ext cx="2103120" cy="365760"/>
          </a:xfrm>
        </p:spPr>
        <p:txBody>
          <a:bodyPr>
            <a:noAutofit/>
          </a:bodyPr>
          <a:lstStyle>
            <a:lvl1pPr marL="0" indent="0">
              <a:buNone/>
              <a:defRPr sz="1200">
                <a:solidFill>
                  <a:schemeClr val="tx1">
                    <a:lumMod val="50000"/>
                    <a:lumOff val="50000"/>
                  </a:schemeClr>
                </a:solidFill>
              </a:defRPr>
            </a:lvl1pPr>
            <a:lvl2pPr marL="457200" indent="0">
              <a:buNone/>
              <a:defRPr sz="1200">
                <a:solidFill>
                  <a:schemeClr val="tx1">
                    <a:lumMod val="50000"/>
                    <a:lumOff val="50000"/>
                  </a:schemeClr>
                </a:solidFill>
              </a:defRPr>
            </a:lvl2pPr>
            <a:lvl3pPr marL="914400" indent="0">
              <a:buNone/>
              <a:defRPr sz="1200">
                <a:solidFill>
                  <a:schemeClr val="tx1">
                    <a:lumMod val="50000"/>
                    <a:lumOff val="50000"/>
                  </a:schemeClr>
                </a:solidFill>
              </a:defRPr>
            </a:lvl3pPr>
            <a:lvl4pPr marL="1371600" indent="0">
              <a:buNone/>
              <a:defRPr sz="1200">
                <a:solidFill>
                  <a:schemeClr val="tx1">
                    <a:lumMod val="50000"/>
                    <a:lumOff val="50000"/>
                  </a:schemeClr>
                </a:solidFill>
              </a:defRPr>
            </a:lvl4pPr>
            <a:lvl5pPr marL="1828800" indent="0">
              <a:buNone/>
              <a:defRPr sz="1200">
                <a:solidFill>
                  <a:schemeClr val="tx1">
                    <a:lumMod val="50000"/>
                    <a:lumOff val="50000"/>
                  </a:schemeClr>
                </a:solidFill>
              </a:defRPr>
            </a:lvl5pPr>
          </a:lstStyle>
          <a:p>
            <a:pPr lvl="0"/>
            <a:r>
              <a:rPr lang="en-US" dirty="0"/>
              <a:t>Title</a:t>
            </a:r>
          </a:p>
        </p:txBody>
      </p:sp>
      <p:sp>
        <p:nvSpPr>
          <p:cNvPr id="29" name="Rectangle 28">
            <a:extLst>
              <a:ext uri="{FF2B5EF4-FFF2-40B4-BE49-F238E27FC236}">
                <a16:creationId xmlns:a16="http://schemas.microsoft.com/office/drawing/2014/main" id="{EBFF9948-88DC-4F9B-ADAB-743B4534E394}"/>
              </a:ext>
              <a:ext uri="{C183D7F6-B498-43B3-948B-1728B52AA6E4}">
                <adec:decorative xmlns:adec="http://schemas.microsoft.com/office/drawing/2017/decorative" val="1"/>
              </a:ext>
            </a:extLst>
          </p:cNvPr>
          <p:cNvSpPr/>
          <p:nvPr userDrawn="1"/>
        </p:nvSpPr>
        <p:spPr>
          <a:xfrm>
            <a:off x="914400" y="4961668"/>
            <a:ext cx="2103120" cy="10972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 name="Rectangle 29">
            <a:extLst>
              <a:ext uri="{FF2B5EF4-FFF2-40B4-BE49-F238E27FC236}">
                <a16:creationId xmlns:a16="http://schemas.microsoft.com/office/drawing/2014/main" id="{74AB8730-C1E9-4C39-AD6B-791ECCB2A856}"/>
              </a:ext>
              <a:ext uri="{C183D7F6-B498-43B3-948B-1728B52AA6E4}">
                <adec:decorative xmlns:adec="http://schemas.microsoft.com/office/drawing/2017/decorative" val="1"/>
              </a:ext>
            </a:extLst>
          </p:cNvPr>
          <p:cNvSpPr/>
          <p:nvPr userDrawn="1"/>
        </p:nvSpPr>
        <p:spPr>
          <a:xfrm>
            <a:off x="3666744" y="4958500"/>
            <a:ext cx="2103120" cy="10972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1" name="Rectangle 30">
            <a:extLst>
              <a:ext uri="{FF2B5EF4-FFF2-40B4-BE49-F238E27FC236}">
                <a16:creationId xmlns:a16="http://schemas.microsoft.com/office/drawing/2014/main" id="{FD0B1428-A83E-4197-AB02-D6F4EE2027A3}"/>
              </a:ext>
              <a:ext uri="{C183D7F6-B498-43B3-948B-1728B52AA6E4}">
                <adec:decorative xmlns:adec="http://schemas.microsoft.com/office/drawing/2017/decorative" val="1"/>
              </a:ext>
            </a:extLst>
          </p:cNvPr>
          <p:cNvSpPr/>
          <p:nvPr userDrawn="1"/>
        </p:nvSpPr>
        <p:spPr>
          <a:xfrm>
            <a:off x="6418725" y="4958500"/>
            <a:ext cx="2103120" cy="10972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Rectangle 31">
            <a:extLst>
              <a:ext uri="{FF2B5EF4-FFF2-40B4-BE49-F238E27FC236}">
                <a16:creationId xmlns:a16="http://schemas.microsoft.com/office/drawing/2014/main" id="{24BAF707-3808-4238-963B-95584798BE51}"/>
              </a:ext>
              <a:ext uri="{C183D7F6-B498-43B3-948B-1728B52AA6E4}">
                <adec:decorative xmlns:adec="http://schemas.microsoft.com/office/drawing/2017/decorative" val="1"/>
              </a:ext>
            </a:extLst>
          </p:cNvPr>
          <p:cNvSpPr/>
          <p:nvPr userDrawn="1"/>
        </p:nvSpPr>
        <p:spPr>
          <a:xfrm>
            <a:off x="9176748" y="4958500"/>
            <a:ext cx="2103120" cy="10972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95669925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eam 8up">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F8C642-49FB-4E16-A3A0-B2ACBEABFFD6}"/>
              </a:ext>
            </a:extLst>
          </p:cNvPr>
          <p:cNvSpPr>
            <a:spLocks noGrp="1"/>
          </p:cNvSpPr>
          <p:nvPr>
            <p:ph type="title" hasCustomPrompt="1"/>
          </p:nvPr>
        </p:nvSpPr>
        <p:spPr/>
        <p:txBody>
          <a:bodyPr/>
          <a:lstStyle/>
          <a:p>
            <a:r>
              <a:rPr lang="en-US" dirty="0"/>
              <a:t>CLICK TO EDIT MASTER TITLE STYLE</a:t>
            </a:r>
          </a:p>
        </p:txBody>
      </p:sp>
      <p:sp>
        <p:nvSpPr>
          <p:cNvPr id="3" name="Date Placeholder 2">
            <a:extLst>
              <a:ext uri="{FF2B5EF4-FFF2-40B4-BE49-F238E27FC236}">
                <a16:creationId xmlns:a16="http://schemas.microsoft.com/office/drawing/2014/main" id="{9CAF00A3-1058-4FA9-A985-03711701054C}"/>
              </a:ext>
            </a:extLst>
          </p:cNvPr>
          <p:cNvSpPr>
            <a:spLocks noGrp="1"/>
          </p:cNvSpPr>
          <p:nvPr>
            <p:ph type="dt" sz="half" idx="10"/>
          </p:nvPr>
        </p:nvSpPr>
        <p:spPr/>
        <p:txBody>
          <a:bodyPr/>
          <a:lstStyle>
            <a:lvl1pPr>
              <a:defRPr>
                <a:solidFill>
                  <a:schemeClr val="tx1">
                    <a:lumMod val="65000"/>
                    <a:lumOff val="35000"/>
                  </a:schemeClr>
                </a:solidFill>
              </a:defRPr>
            </a:lvl1pPr>
          </a:lstStyle>
          <a:p>
            <a:r>
              <a:rPr lang="en-US" dirty="0"/>
              <a:t>7/14/20XX</a:t>
            </a:r>
          </a:p>
        </p:txBody>
      </p:sp>
      <p:sp>
        <p:nvSpPr>
          <p:cNvPr id="4" name="Footer Placeholder 3">
            <a:extLst>
              <a:ext uri="{FF2B5EF4-FFF2-40B4-BE49-F238E27FC236}">
                <a16:creationId xmlns:a16="http://schemas.microsoft.com/office/drawing/2014/main" id="{A00F60BE-20E1-40C5-85E7-AEAABD0C0DE6}"/>
              </a:ext>
            </a:extLst>
          </p:cNvPr>
          <p:cNvSpPr>
            <a:spLocks noGrp="1"/>
          </p:cNvSpPr>
          <p:nvPr>
            <p:ph type="ftr" sz="quarter" idx="11"/>
          </p:nvPr>
        </p:nvSpPr>
        <p:spPr/>
        <p:txBody>
          <a:bodyPr/>
          <a:lstStyle>
            <a:lvl1pPr>
              <a:defRPr>
                <a:solidFill>
                  <a:schemeClr val="tx1">
                    <a:lumMod val="65000"/>
                    <a:lumOff val="35000"/>
                  </a:schemeClr>
                </a:solidFill>
              </a:defRPr>
            </a:lvl1pPr>
          </a:lstStyle>
          <a:p>
            <a:r>
              <a:rPr lang="en-US" dirty="0"/>
              <a:t>Pitch deck title</a:t>
            </a:r>
          </a:p>
        </p:txBody>
      </p:sp>
      <p:sp>
        <p:nvSpPr>
          <p:cNvPr id="5" name="Slide Number Placeholder 4">
            <a:extLst>
              <a:ext uri="{FF2B5EF4-FFF2-40B4-BE49-F238E27FC236}">
                <a16:creationId xmlns:a16="http://schemas.microsoft.com/office/drawing/2014/main" id="{05DC939B-94C9-4FF9-B0C8-1149DEFA6CF8}"/>
              </a:ext>
            </a:extLst>
          </p:cNvPr>
          <p:cNvSpPr>
            <a:spLocks noGrp="1"/>
          </p:cNvSpPr>
          <p:nvPr>
            <p:ph type="sldNum" sz="quarter" idx="12"/>
          </p:nvPr>
        </p:nvSpPr>
        <p:spPr/>
        <p:txBody>
          <a:bodyPr/>
          <a:lstStyle>
            <a:lvl1pPr>
              <a:defRPr>
                <a:solidFill>
                  <a:schemeClr val="tx1">
                    <a:lumMod val="65000"/>
                    <a:lumOff val="35000"/>
                  </a:schemeClr>
                </a:solidFill>
              </a:defRPr>
            </a:lvl1pPr>
          </a:lstStyle>
          <a:p>
            <a:fld id="{B5CEABB6-07DC-46E8-9B57-56EC44A396E5}" type="slidenum">
              <a:rPr lang="en-US" smtClean="0"/>
              <a:pPr/>
              <a:t>‹#›</a:t>
            </a:fld>
            <a:endParaRPr lang="en-US" dirty="0"/>
          </a:p>
        </p:txBody>
      </p:sp>
      <p:sp>
        <p:nvSpPr>
          <p:cNvPr id="44" name="Picture Placeholder 43">
            <a:extLst>
              <a:ext uri="{FF2B5EF4-FFF2-40B4-BE49-F238E27FC236}">
                <a16:creationId xmlns:a16="http://schemas.microsoft.com/office/drawing/2014/main" id="{D0D0D822-3E52-4D3E-BD04-0A87AF2312B0}"/>
              </a:ext>
            </a:extLst>
          </p:cNvPr>
          <p:cNvSpPr>
            <a:spLocks noGrp="1"/>
          </p:cNvSpPr>
          <p:nvPr>
            <p:ph type="pic" sz="quarter" idx="13"/>
          </p:nvPr>
        </p:nvSpPr>
        <p:spPr>
          <a:xfrm>
            <a:off x="914400" y="2047875"/>
            <a:ext cx="2103120" cy="1371600"/>
          </a:xfrm>
          <a:custGeom>
            <a:avLst/>
            <a:gdLst>
              <a:gd name="connsiteX0" fmla="*/ 0 w 2103120"/>
              <a:gd name="connsiteY0" fmla="*/ 0 h 1371600"/>
              <a:gd name="connsiteX1" fmla="*/ 2103120 w 2103120"/>
              <a:gd name="connsiteY1" fmla="*/ 0 h 1371600"/>
              <a:gd name="connsiteX2" fmla="*/ 2103120 w 2103120"/>
              <a:gd name="connsiteY2" fmla="*/ 1264244 h 1371600"/>
              <a:gd name="connsiteX3" fmla="*/ 142 w 2103120"/>
              <a:gd name="connsiteY3" fmla="*/ 1264244 h 1371600"/>
              <a:gd name="connsiteX4" fmla="*/ 142 w 2103120"/>
              <a:gd name="connsiteY4" fmla="*/ 1371600 h 1371600"/>
              <a:gd name="connsiteX5" fmla="*/ 0 w 2103120"/>
              <a:gd name="connsiteY5" fmla="*/ 1371600 h 137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03120" h="1371600">
                <a:moveTo>
                  <a:pt x="0" y="0"/>
                </a:moveTo>
                <a:lnTo>
                  <a:pt x="2103120" y="0"/>
                </a:lnTo>
                <a:lnTo>
                  <a:pt x="2103120" y="1264244"/>
                </a:lnTo>
                <a:lnTo>
                  <a:pt x="142" y="1264244"/>
                </a:lnTo>
                <a:lnTo>
                  <a:pt x="142" y="1371600"/>
                </a:lnTo>
                <a:lnTo>
                  <a:pt x="0" y="1371600"/>
                </a:lnTo>
                <a:close/>
              </a:path>
            </a:pathLst>
          </a:custGeom>
          <a:solidFill>
            <a:schemeClr val="accent6">
              <a:lumMod val="20000"/>
              <a:lumOff val="80000"/>
            </a:schemeClr>
          </a:solidFill>
        </p:spPr>
        <p:txBody>
          <a:bodyPr wrap="square">
            <a:noAutofit/>
          </a:bodyPr>
          <a:lstStyle>
            <a:lvl1pPr>
              <a:defRPr sz="1800"/>
            </a:lvl1pPr>
          </a:lstStyle>
          <a:p>
            <a:r>
              <a:rPr lang="en-US"/>
              <a:t>Click icon to add picture</a:t>
            </a:r>
            <a:endParaRPr lang="en-US" dirty="0"/>
          </a:p>
        </p:txBody>
      </p:sp>
      <p:sp>
        <p:nvSpPr>
          <p:cNvPr id="9" name="Text Placeholder 8">
            <a:extLst>
              <a:ext uri="{FF2B5EF4-FFF2-40B4-BE49-F238E27FC236}">
                <a16:creationId xmlns:a16="http://schemas.microsoft.com/office/drawing/2014/main" id="{51E566A4-E145-4128-B0EB-DEE6D486BE8A}"/>
              </a:ext>
            </a:extLst>
          </p:cNvPr>
          <p:cNvSpPr>
            <a:spLocks noGrp="1"/>
          </p:cNvSpPr>
          <p:nvPr>
            <p:ph type="body" sz="quarter" idx="14" hasCustomPrompt="1"/>
          </p:nvPr>
        </p:nvSpPr>
        <p:spPr>
          <a:xfrm>
            <a:off x="911352" y="3524652"/>
            <a:ext cx="2103120" cy="228600"/>
          </a:xfrm>
        </p:spPr>
        <p:txBody>
          <a:bodyPr>
            <a:noAutofit/>
          </a:bodyPr>
          <a:lstStyle>
            <a:lvl1pPr marL="0" indent="0">
              <a:buNone/>
              <a:defRPr sz="1400"/>
            </a:lvl1pPr>
            <a:lvl2pPr marL="457200" indent="0">
              <a:buNone/>
              <a:defRPr sz="1600"/>
            </a:lvl2pPr>
            <a:lvl3pPr marL="914400" indent="0">
              <a:buNone/>
              <a:defRPr sz="1600"/>
            </a:lvl3pPr>
            <a:lvl4pPr marL="1371600" indent="0">
              <a:buNone/>
              <a:defRPr sz="1600"/>
            </a:lvl4pPr>
            <a:lvl5pPr marL="1828800" indent="0">
              <a:buNone/>
              <a:defRPr sz="1600"/>
            </a:lvl5pPr>
          </a:lstStyle>
          <a:p>
            <a:pPr lvl="0"/>
            <a:r>
              <a:rPr lang="en-US" dirty="0"/>
              <a:t>Name</a:t>
            </a:r>
          </a:p>
        </p:txBody>
      </p:sp>
      <p:sp>
        <p:nvSpPr>
          <p:cNvPr id="11" name="Text Placeholder 10">
            <a:extLst>
              <a:ext uri="{FF2B5EF4-FFF2-40B4-BE49-F238E27FC236}">
                <a16:creationId xmlns:a16="http://schemas.microsoft.com/office/drawing/2014/main" id="{0B143611-92A8-4EFD-9C6A-0D18F4DE154D}"/>
              </a:ext>
            </a:extLst>
          </p:cNvPr>
          <p:cNvSpPr>
            <a:spLocks noGrp="1"/>
          </p:cNvSpPr>
          <p:nvPr>
            <p:ph type="body" sz="quarter" idx="15" hasCustomPrompt="1"/>
          </p:nvPr>
        </p:nvSpPr>
        <p:spPr>
          <a:xfrm>
            <a:off x="911352" y="3774234"/>
            <a:ext cx="2103120" cy="228600"/>
          </a:xfrm>
        </p:spPr>
        <p:txBody>
          <a:bodyPr>
            <a:noAutofit/>
          </a:bodyPr>
          <a:lstStyle>
            <a:lvl1pPr marL="0" indent="0">
              <a:buNone/>
              <a:defRPr sz="1200">
                <a:solidFill>
                  <a:schemeClr val="tx1">
                    <a:lumMod val="50000"/>
                    <a:lumOff val="50000"/>
                  </a:schemeClr>
                </a:solidFill>
              </a:defRPr>
            </a:lvl1pPr>
            <a:lvl2pPr marL="457200" indent="0">
              <a:buNone/>
              <a:defRPr sz="1200">
                <a:solidFill>
                  <a:schemeClr val="tx1">
                    <a:lumMod val="50000"/>
                    <a:lumOff val="50000"/>
                  </a:schemeClr>
                </a:solidFill>
              </a:defRPr>
            </a:lvl2pPr>
            <a:lvl3pPr marL="914400" indent="0">
              <a:buNone/>
              <a:defRPr sz="1200">
                <a:solidFill>
                  <a:schemeClr val="tx1">
                    <a:lumMod val="50000"/>
                    <a:lumOff val="50000"/>
                  </a:schemeClr>
                </a:solidFill>
              </a:defRPr>
            </a:lvl3pPr>
            <a:lvl4pPr marL="1371600" indent="0">
              <a:buNone/>
              <a:defRPr sz="1200">
                <a:solidFill>
                  <a:schemeClr val="tx1">
                    <a:lumMod val="50000"/>
                    <a:lumOff val="50000"/>
                  </a:schemeClr>
                </a:solidFill>
              </a:defRPr>
            </a:lvl4pPr>
            <a:lvl5pPr marL="1828800" indent="0">
              <a:buNone/>
              <a:defRPr sz="1200">
                <a:solidFill>
                  <a:schemeClr val="tx1">
                    <a:lumMod val="50000"/>
                    <a:lumOff val="50000"/>
                  </a:schemeClr>
                </a:solidFill>
              </a:defRPr>
            </a:lvl5pPr>
          </a:lstStyle>
          <a:p>
            <a:pPr lvl="0"/>
            <a:r>
              <a:rPr lang="en-US" dirty="0"/>
              <a:t>Title</a:t>
            </a:r>
          </a:p>
        </p:txBody>
      </p:sp>
      <p:sp>
        <p:nvSpPr>
          <p:cNvPr id="43" name="Picture Placeholder 42">
            <a:extLst>
              <a:ext uri="{FF2B5EF4-FFF2-40B4-BE49-F238E27FC236}">
                <a16:creationId xmlns:a16="http://schemas.microsoft.com/office/drawing/2014/main" id="{F1850C15-0C47-405D-A6CC-FC41802A67C8}"/>
              </a:ext>
            </a:extLst>
          </p:cNvPr>
          <p:cNvSpPr>
            <a:spLocks noGrp="1"/>
          </p:cNvSpPr>
          <p:nvPr>
            <p:ph type="pic" sz="quarter" idx="16"/>
          </p:nvPr>
        </p:nvSpPr>
        <p:spPr>
          <a:xfrm>
            <a:off x="3667760" y="2047875"/>
            <a:ext cx="2103120" cy="1371600"/>
          </a:xfrm>
          <a:custGeom>
            <a:avLst/>
            <a:gdLst>
              <a:gd name="connsiteX0" fmla="*/ 0 w 2103120"/>
              <a:gd name="connsiteY0" fmla="*/ 0 h 1371600"/>
              <a:gd name="connsiteX1" fmla="*/ 2103120 w 2103120"/>
              <a:gd name="connsiteY1" fmla="*/ 0 h 1371600"/>
              <a:gd name="connsiteX2" fmla="*/ 2103120 w 2103120"/>
              <a:gd name="connsiteY2" fmla="*/ 1371600 h 1371600"/>
              <a:gd name="connsiteX3" fmla="*/ 2102683 w 2103120"/>
              <a:gd name="connsiteY3" fmla="*/ 1371600 h 1371600"/>
              <a:gd name="connsiteX4" fmla="*/ 2102683 w 2103120"/>
              <a:gd name="connsiteY4" fmla="*/ 1266213 h 1371600"/>
              <a:gd name="connsiteX5" fmla="*/ 0 w 2103120"/>
              <a:gd name="connsiteY5" fmla="*/ 1266213 h 137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03120" h="1371600">
                <a:moveTo>
                  <a:pt x="0" y="0"/>
                </a:moveTo>
                <a:lnTo>
                  <a:pt x="2103120" y="0"/>
                </a:lnTo>
                <a:lnTo>
                  <a:pt x="2103120" y="1371600"/>
                </a:lnTo>
                <a:lnTo>
                  <a:pt x="2102683" y="1371600"/>
                </a:lnTo>
                <a:lnTo>
                  <a:pt x="2102683" y="1266213"/>
                </a:lnTo>
                <a:lnTo>
                  <a:pt x="0" y="1266213"/>
                </a:lnTo>
                <a:close/>
              </a:path>
            </a:pathLst>
          </a:custGeom>
          <a:solidFill>
            <a:schemeClr val="accent6">
              <a:lumMod val="20000"/>
              <a:lumOff val="80000"/>
            </a:schemeClr>
          </a:solidFill>
        </p:spPr>
        <p:txBody>
          <a:bodyPr wrap="square">
            <a:noAutofit/>
          </a:bodyPr>
          <a:lstStyle>
            <a:lvl1pPr>
              <a:defRPr sz="1800"/>
            </a:lvl1pPr>
          </a:lstStyle>
          <a:p>
            <a:r>
              <a:rPr lang="en-US"/>
              <a:t>Click icon to add picture</a:t>
            </a:r>
            <a:endParaRPr lang="en-US" dirty="0"/>
          </a:p>
        </p:txBody>
      </p:sp>
      <p:sp>
        <p:nvSpPr>
          <p:cNvPr id="13" name="Text Placeholder 8">
            <a:extLst>
              <a:ext uri="{FF2B5EF4-FFF2-40B4-BE49-F238E27FC236}">
                <a16:creationId xmlns:a16="http://schemas.microsoft.com/office/drawing/2014/main" id="{0224436F-4BCF-481B-B0A9-C4AE888185BE}"/>
              </a:ext>
            </a:extLst>
          </p:cNvPr>
          <p:cNvSpPr>
            <a:spLocks noGrp="1"/>
          </p:cNvSpPr>
          <p:nvPr>
            <p:ph type="body" sz="quarter" idx="17" hasCustomPrompt="1"/>
          </p:nvPr>
        </p:nvSpPr>
        <p:spPr>
          <a:xfrm>
            <a:off x="3666744" y="3524652"/>
            <a:ext cx="2103120" cy="228600"/>
          </a:xfrm>
        </p:spPr>
        <p:txBody>
          <a:bodyPr>
            <a:noAutofit/>
          </a:bodyPr>
          <a:lstStyle>
            <a:lvl1pPr marL="0" indent="0">
              <a:buNone/>
              <a:defRPr sz="1400"/>
            </a:lvl1pPr>
            <a:lvl2pPr marL="457200" indent="0">
              <a:buNone/>
              <a:defRPr sz="1600"/>
            </a:lvl2pPr>
            <a:lvl3pPr marL="914400" indent="0">
              <a:buNone/>
              <a:defRPr sz="1600"/>
            </a:lvl3pPr>
            <a:lvl4pPr marL="1371600" indent="0">
              <a:buNone/>
              <a:defRPr sz="1600"/>
            </a:lvl4pPr>
            <a:lvl5pPr marL="1828800" indent="0">
              <a:buNone/>
              <a:defRPr sz="1600"/>
            </a:lvl5pPr>
          </a:lstStyle>
          <a:p>
            <a:pPr lvl="0"/>
            <a:r>
              <a:rPr lang="en-US" dirty="0"/>
              <a:t>Name</a:t>
            </a:r>
          </a:p>
        </p:txBody>
      </p:sp>
      <p:sp>
        <p:nvSpPr>
          <p:cNvPr id="14" name="Text Placeholder 10">
            <a:extLst>
              <a:ext uri="{FF2B5EF4-FFF2-40B4-BE49-F238E27FC236}">
                <a16:creationId xmlns:a16="http://schemas.microsoft.com/office/drawing/2014/main" id="{CE81F848-2A43-484F-8AB0-8E45A1507945}"/>
              </a:ext>
            </a:extLst>
          </p:cNvPr>
          <p:cNvSpPr>
            <a:spLocks noGrp="1"/>
          </p:cNvSpPr>
          <p:nvPr>
            <p:ph type="body" sz="quarter" idx="18" hasCustomPrompt="1"/>
          </p:nvPr>
        </p:nvSpPr>
        <p:spPr>
          <a:xfrm>
            <a:off x="3666744" y="3774234"/>
            <a:ext cx="2103120" cy="228600"/>
          </a:xfrm>
        </p:spPr>
        <p:txBody>
          <a:bodyPr>
            <a:noAutofit/>
          </a:bodyPr>
          <a:lstStyle>
            <a:lvl1pPr marL="0" indent="0">
              <a:buNone/>
              <a:defRPr sz="1200">
                <a:solidFill>
                  <a:schemeClr val="tx1">
                    <a:lumMod val="50000"/>
                    <a:lumOff val="50000"/>
                  </a:schemeClr>
                </a:solidFill>
              </a:defRPr>
            </a:lvl1pPr>
            <a:lvl2pPr marL="457200" indent="0">
              <a:buNone/>
              <a:defRPr sz="1200">
                <a:solidFill>
                  <a:schemeClr val="tx1">
                    <a:lumMod val="50000"/>
                    <a:lumOff val="50000"/>
                  </a:schemeClr>
                </a:solidFill>
              </a:defRPr>
            </a:lvl2pPr>
            <a:lvl3pPr marL="914400" indent="0">
              <a:buNone/>
              <a:defRPr sz="1200">
                <a:solidFill>
                  <a:schemeClr val="tx1">
                    <a:lumMod val="50000"/>
                    <a:lumOff val="50000"/>
                  </a:schemeClr>
                </a:solidFill>
              </a:defRPr>
            </a:lvl3pPr>
            <a:lvl4pPr marL="1371600" indent="0">
              <a:buNone/>
              <a:defRPr sz="1200">
                <a:solidFill>
                  <a:schemeClr val="tx1">
                    <a:lumMod val="50000"/>
                    <a:lumOff val="50000"/>
                  </a:schemeClr>
                </a:solidFill>
              </a:defRPr>
            </a:lvl4pPr>
            <a:lvl5pPr marL="1828800" indent="0">
              <a:buNone/>
              <a:defRPr sz="1200">
                <a:solidFill>
                  <a:schemeClr val="tx1">
                    <a:lumMod val="50000"/>
                    <a:lumOff val="50000"/>
                  </a:schemeClr>
                </a:solidFill>
              </a:defRPr>
            </a:lvl5pPr>
          </a:lstStyle>
          <a:p>
            <a:pPr lvl="0"/>
            <a:r>
              <a:rPr lang="en-US" dirty="0"/>
              <a:t>Title</a:t>
            </a:r>
          </a:p>
        </p:txBody>
      </p:sp>
      <p:sp>
        <p:nvSpPr>
          <p:cNvPr id="42" name="Picture Placeholder 41">
            <a:extLst>
              <a:ext uri="{FF2B5EF4-FFF2-40B4-BE49-F238E27FC236}">
                <a16:creationId xmlns:a16="http://schemas.microsoft.com/office/drawing/2014/main" id="{4BE5C88B-BE08-4186-BF4E-95E5811D1874}"/>
              </a:ext>
            </a:extLst>
          </p:cNvPr>
          <p:cNvSpPr>
            <a:spLocks noGrp="1"/>
          </p:cNvSpPr>
          <p:nvPr>
            <p:ph type="pic" sz="quarter" idx="19"/>
          </p:nvPr>
        </p:nvSpPr>
        <p:spPr>
          <a:xfrm>
            <a:off x="6421120" y="2047875"/>
            <a:ext cx="2103120" cy="1371600"/>
          </a:xfrm>
          <a:custGeom>
            <a:avLst/>
            <a:gdLst>
              <a:gd name="connsiteX0" fmla="*/ 0 w 2103120"/>
              <a:gd name="connsiteY0" fmla="*/ 0 h 1371600"/>
              <a:gd name="connsiteX1" fmla="*/ 2103120 w 2103120"/>
              <a:gd name="connsiteY1" fmla="*/ 0 h 1371600"/>
              <a:gd name="connsiteX2" fmla="*/ 2103120 w 2103120"/>
              <a:gd name="connsiteY2" fmla="*/ 1371600 h 1371600"/>
              <a:gd name="connsiteX3" fmla="*/ 2100867 w 2103120"/>
              <a:gd name="connsiteY3" fmla="*/ 1371600 h 1371600"/>
              <a:gd name="connsiteX4" fmla="*/ 2100867 w 2103120"/>
              <a:gd name="connsiteY4" fmla="*/ 1266213 h 1371600"/>
              <a:gd name="connsiteX5" fmla="*/ 0 w 2103120"/>
              <a:gd name="connsiteY5" fmla="*/ 1266213 h 137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03120" h="1371600">
                <a:moveTo>
                  <a:pt x="0" y="0"/>
                </a:moveTo>
                <a:lnTo>
                  <a:pt x="2103120" y="0"/>
                </a:lnTo>
                <a:lnTo>
                  <a:pt x="2103120" y="1371600"/>
                </a:lnTo>
                <a:lnTo>
                  <a:pt x="2100867" y="1371600"/>
                </a:lnTo>
                <a:lnTo>
                  <a:pt x="2100867" y="1266213"/>
                </a:lnTo>
                <a:lnTo>
                  <a:pt x="0" y="1266213"/>
                </a:lnTo>
                <a:close/>
              </a:path>
            </a:pathLst>
          </a:custGeom>
          <a:solidFill>
            <a:schemeClr val="accent6">
              <a:lumMod val="20000"/>
              <a:lumOff val="80000"/>
            </a:schemeClr>
          </a:solidFill>
        </p:spPr>
        <p:txBody>
          <a:bodyPr wrap="square">
            <a:noAutofit/>
          </a:bodyPr>
          <a:lstStyle>
            <a:lvl1pPr>
              <a:defRPr sz="1800"/>
            </a:lvl1pPr>
          </a:lstStyle>
          <a:p>
            <a:r>
              <a:rPr lang="en-US"/>
              <a:t>Click icon to add picture</a:t>
            </a:r>
            <a:endParaRPr lang="en-US" dirty="0"/>
          </a:p>
        </p:txBody>
      </p:sp>
      <p:sp>
        <p:nvSpPr>
          <p:cNvPr id="16" name="Text Placeholder 8">
            <a:extLst>
              <a:ext uri="{FF2B5EF4-FFF2-40B4-BE49-F238E27FC236}">
                <a16:creationId xmlns:a16="http://schemas.microsoft.com/office/drawing/2014/main" id="{AB0DA7E8-8D66-4F86-86F2-604044642B80}"/>
              </a:ext>
            </a:extLst>
          </p:cNvPr>
          <p:cNvSpPr>
            <a:spLocks noGrp="1"/>
          </p:cNvSpPr>
          <p:nvPr>
            <p:ph type="body" sz="quarter" idx="20" hasCustomPrompt="1"/>
          </p:nvPr>
        </p:nvSpPr>
        <p:spPr>
          <a:xfrm>
            <a:off x="6419088" y="3524652"/>
            <a:ext cx="2103120" cy="228600"/>
          </a:xfrm>
        </p:spPr>
        <p:txBody>
          <a:bodyPr>
            <a:noAutofit/>
          </a:bodyPr>
          <a:lstStyle>
            <a:lvl1pPr marL="0" indent="0">
              <a:buNone/>
              <a:defRPr sz="1400"/>
            </a:lvl1pPr>
            <a:lvl2pPr marL="457200" indent="0">
              <a:buNone/>
              <a:defRPr sz="1600"/>
            </a:lvl2pPr>
            <a:lvl3pPr marL="914400" indent="0">
              <a:buNone/>
              <a:defRPr sz="1600"/>
            </a:lvl3pPr>
            <a:lvl4pPr marL="1371600" indent="0">
              <a:buNone/>
              <a:defRPr sz="1600"/>
            </a:lvl4pPr>
            <a:lvl5pPr marL="1828800" indent="0">
              <a:buNone/>
              <a:defRPr sz="1600"/>
            </a:lvl5pPr>
          </a:lstStyle>
          <a:p>
            <a:pPr lvl="0"/>
            <a:r>
              <a:rPr lang="en-US" dirty="0"/>
              <a:t>Name</a:t>
            </a:r>
          </a:p>
        </p:txBody>
      </p:sp>
      <p:sp>
        <p:nvSpPr>
          <p:cNvPr id="17" name="Text Placeholder 10">
            <a:extLst>
              <a:ext uri="{FF2B5EF4-FFF2-40B4-BE49-F238E27FC236}">
                <a16:creationId xmlns:a16="http://schemas.microsoft.com/office/drawing/2014/main" id="{3DC8F7DC-7D79-452D-89D4-DC0155C96864}"/>
              </a:ext>
            </a:extLst>
          </p:cNvPr>
          <p:cNvSpPr>
            <a:spLocks noGrp="1"/>
          </p:cNvSpPr>
          <p:nvPr>
            <p:ph type="body" sz="quarter" idx="21" hasCustomPrompt="1"/>
          </p:nvPr>
        </p:nvSpPr>
        <p:spPr>
          <a:xfrm>
            <a:off x="6419088" y="3774234"/>
            <a:ext cx="2103120" cy="228600"/>
          </a:xfrm>
        </p:spPr>
        <p:txBody>
          <a:bodyPr>
            <a:noAutofit/>
          </a:bodyPr>
          <a:lstStyle>
            <a:lvl1pPr marL="0" indent="0">
              <a:buNone/>
              <a:defRPr sz="1200">
                <a:solidFill>
                  <a:schemeClr val="tx1">
                    <a:lumMod val="50000"/>
                    <a:lumOff val="50000"/>
                  </a:schemeClr>
                </a:solidFill>
              </a:defRPr>
            </a:lvl1pPr>
            <a:lvl2pPr marL="457200" indent="0">
              <a:buNone/>
              <a:defRPr sz="1200">
                <a:solidFill>
                  <a:schemeClr val="tx1">
                    <a:lumMod val="50000"/>
                    <a:lumOff val="50000"/>
                  </a:schemeClr>
                </a:solidFill>
              </a:defRPr>
            </a:lvl2pPr>
            <a:lvl3pPr marL="914400" indent="0">
              <a:buNone/>
              <a:defRPr sz="1200">
                <a:solidFill>
                  <a:schemeClr val="tx1">
                    <a:lumMod val="50000"/>
                    <a:lumOff val="50000"/>
                  </a:schemeClr>
                </a:solidFill>
              </a:defRPr>
            </a:lvl3pPr>
            <a:lvl4pPr marL="1371600" indent="0">
              <a:buNone/>
              <a:defRPr sz="1200">
                <a:solidFill>
                  <a:schemeClr val="tx1">
                    <a:lumMod val="50000"/>
                    <a:lumOff val="50000"/>
                  </a:schemeClr>
                </a:solidFill>
              </a:defRPr>
            </a:lvl4pPr>
            <a:lvl5pPr marL="1828800" indent="0">
              <a:buNone/>
              <a:defRPr sz="1200">
                <a:solidFill>
                  <a:schemeClr val="tx1">
                    <a:lumMod val="50000"/>
                    <a:lumOff val="50000"/>
                  </a:schemeClr>
                </a:solidFill>
              </a:defRPr>
            </a:lvl5pPr>
          </a:lstStyle>
          <a:p>
            <a:pPr lvl="0"/>
            <a:r>
              <a:rPr lang="en-US" dirty="0"/>
              <a:t>Title</a:t>
            </a:r>
          </a:p>
        </p:txBody>
      </p:sp>
      <p:sp>
        <p:nvSpPr>
          <p:cNvPr id="41" name="Picture Placeholder 40">
            <a:extLst>
              <a:ext uri="{FF2B5EF4-FFF2-40B4-BE49-F238E27FC236}">
                <a16:creationId xmlns:a16="http://schemas.microsoft.com/office/drawing/2014/main" id="{CF3E2C3A-A072-436A-8C0E-682F06540C4F}"/>
              </a:ext>
            </a:extLst>
          </p:cNvPr>
          <p:cNvSpPr>
            <a:spLocks noGrp="1"/>
          </p:cNvSpPr>
          <p:nvPr>
            <p:ph type="pic" sz="quarter" idx="22"/>
          </p:nvPr>
        </p:nvSpPr>
        <p:spPr>
          <a:xfrm>
            <a:off x="9174480" y="2047875"/>
            <a:ext cx="2103120" cy="1371600"/>
          </a:xfrm>
          <a:custGeom>
            <a:avLst/>
            <a:gdLst>
              <a:gd name="connsiteX0" fmla="*/ 0 w 2103120"/>
              <a:gd name="connsiteY0" fmla="*/ 0 h 1371600"/>
              <a:gd name="connsiteX1" fmla="*/ 2103120 w 2103120"/>
              <a:gd name="connsiteY1" fmla="*/ 0 h 1371600"/>
              <a:gd name="connsiteX2" fmla="*/ 2103120 w 2103120"/>
              <a:gd name="connsiteY2" fmla="*/ 1371600 h 1371600"/>
              <a:gd name="connsiteX3" fmla="*/ 2101667 w 2103120"/>
              <a:gd name="connsiteY3" fmla="*/ 1371600 h 1371600"/>
              <a:gd name="connsiteX4" fmla="*/ 2101667 w 2103120"/>
              <a:gd name="connsiteY4" fmla="*/ 1266213 h 1371600"/>
              <a:gd name="connsiteX5" fmla="*/ 0 w 2103120"/>
              <a:gd name="connsiteY5" fmla="*/ 1266213 h 137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03120" h="1371600">
                <a:moveTo>
                  <a:pt x="0" y="0"/>
                </a:moveTo>
                <a:lnTo>
                  <a:pt x="2103120" y="0"/>
                </a:lnTo>
                <a:lnTo>
                  <a:pt x="2103120" y="1371600"/>
                </a:lnTo>
                <a:lnTo>
                  <a:pt x="2101667" y="1371600"/>
                </a:lnTo>
                <a:lnTo>
                  <a:pt x="2101667" y="1266213"/>
                </a:lnTo>
                <a:lnTo>
                  <a:pt x="0" y="1266213"/>
                </a:lnTo>
                <a:close/>
              </a:path>
            </a:pathLst>
          </a:custGeom>
          <a:solidFill>
            <a:schemeClr val="accent6">
              <a:lumMod val="20000"/>
              <a:lumOff val="80000"/>
            </a:schemeClr>
          </a:solidFill>
        </p:spPr>
        <p:txBody>
          <a:bodyPr wrap="square">
            <a:noAutofit/>
          </a:bodyPr>
          <a:lstStyle>
            <a:lvl1pPr>
              <a:defRPr sz="1800"/>
            </a:lvl1pPr>
          </a:lstStyle>
          <a:p>
            <a:r>
              <a:rPr lang="en-US"/>
              <a:t>Click icon to add picture</a:t>
            </a:r>
            <a:endParaRPr lang="en-US" dirty="0"/>
          </a:p>
        </p:txBody>
      </p:sp>
      <p:sp>
        <p:nvSpPr>
          <p:cNvPr id="19" name="Text Placeholder 8">
            <a:extLst>
              <a:ext uri="{FF2B5EF4-FFF2-40B4-BE49-F238E27FC236}">
                <a16:creationId xmlns:a16="http://schemas.microsoft.com/office/drawing/2014/main" id="{0810DF3C-ABDE-477A-AAF0-72B27ED17495}"/>
              </a:ext>
            </a:extLst>
          </p:cNvPr>
          <p:cNvSpPr>
            <a:spLocks noGrp="1"/>
          </p:cNvSpPr>
          <p:nvPr>
            <p:ph type="body" sz="quarter" idx="23" hasCustomPrompt="1"/>
          </p:nvPr>
        </p:nvSpPr>
        <p:spPr>
          <a:xfrm>
            <a:off x="9171432" y="3524652"/>
            <a:ext cx="2103120" cy="228600"/>
          </a:xfrm>
        </p:spPr>
        <p:txBody>
          <a:bodyPr>
            <a:noAutofit/>
          </a:bodyPr>
          <a:lstStyle>
            <a:lvl1pPr marL="0" indent="0">
              <a:buNone/>
              <a:defRPr sz="1400"/>
            </a:lvl1pPr>
            <a:lvl2pPr marL="457200" indent="0">
              <a:buNone/>
              <a:defRPr sz="1600"/>
            </a:lvl2pPr>
            <a:lvl3pPr marL="914400" indent="0">
              <a:buNone/>
              <a:defRPr sz="1600"/>
            </a:lvl3pPr>
            <a:lvl4pPr marL="1371600" indent="0">
              <a:buNone/>
              <a:defRPr sz="1600"/>
            </a:lvl4pPr>
            <a:lvl5pPr marL="1828800" indent="0">
              <a:buNone/>
              <a:defRPr sz="1600"/>
            </a:lvl5pPr>
          </a:lstStyle>
          <a:p>
            <a:pPr lvl="0"/>
            <a:r>
              <a:rPr lang="en-US" dirty="0"/>
              <a:t>Name</a:t>
            </a:r>
          </a:p>
        </p:txBody>
      </p:sp>
      <p:sp>
        <p:nvSpPr>
          <p:cNvPr id="20" name="Text Placeholder 10">
            <a:extLst>
              <a:ext uri="{FF2B5EF4-FFF2-40B4-BE49-F238E27FC236}">
                <a16:creationId xmlns:a16="http://schemas.microsoft.com/office/drawing/2014/main" id="{EBB0D63B-5F58-422A-A566-A7DE54E85F3B}"/>
              </a:ext>
            </a:extLst>
          </p:cNvPr>
          <p:cNvSpPr>
            <a:spLocks noGrp="1"/>
          </p:cNvSpPr>
          <p:nvPr>
            <p:ph type="body" sz="quarter" idx="24" hasCustomPrompt="1"/>
          </p:nvPr>
        </p:nvSpPr>
        <p:spPr>
          <a:xfrm>
            <a:off x="9171432" y="3774234"/>
            <a:ext cx="2103120" cy="228600"/>
          </a:xfrm>
        </p:spPr>
        <p:txBody>
          <a:bodyPr>
            <a:noAutofit/>
          </a:bodyPr>
          <a:lstStyle>
            <a:lvl1pPr marL="0" indent="0">
              <a:buNone/>
              <a:defRPr sz="1200">
                <a:solidFill>
                  <a:schemeClr val="tx1">
                    <a:lumMod val="50000"/>
                    <a:lumOff val="50000"/>
                  </a:schemeClr>
                </a:solidFill>
              </a:defRPr>
            </a:lvl1pPr>
            <a:lvl2pPr marL="457200" indent="0">
              <a:buNone/>
              <a:defRPr sz="1200">
                <a:solidFill>
                  <a:schemeClr val="tx1">
                    <a:lumMod val="50000"/>
                    <a:lumOff val="50000"/>
                  </a:schemeClr>
                </a:solidFill>
              </a:defRPr>
            </a:lvl2pPr>
            <a:lvl3pPr marL="914400" indent="0">
              <a:buNone/>
              <a:defRPr sz="1200">
                <a:solidFill>
                  <a:schemeClr val="tx1">
                    <a:lumMod val="50000"/>
                    <a:lumOff val="50000"/>
                  </a:schemeClr>
                </a:solidFill>
              </a:defRPr>
            </a:lvl3pPr>
            <a:lvl4pPr marL="1371600" indent="0">
              <a:buNone/>
              <a:defRPr sz="1200">
                <a:solidFill>
                  <a:schemeClr val="tx1">
                    <a:lumMod val="50000"/>
                    <a:lumOff val="50000"/>
                  </a:schemeClr>
                </a:solidFill>
              </a:defRPr>
            </a:lvl4pPr>
            <a:lvl5pPr marL="1828800" indent="0">
              <a:buNone/>
              <a:defRPr sz="1200">
                <a:solidFill>
                  <a:schemeClr val="tx1">
                    <a:lumMod val="50000"/>
                    <a:lumOff val="50000"/>
                  </a:schemeClr>
                </a:solidFill>
              </a:defRPr>
            </a:lvl5pPr>
          </a:lstStyle>
          <a:p>
            <a:pPr lvl="0"/>
            <a:r>
              <a:rPr lang="en-US" dirty="0"/>
              <a:t>Title</a:t>
            </a:r>
          </a:p>
        </p:txBody>
      </p:sp>
      <p:sp>
        <p:nvSpPr>
          <p:cNvPr id="45" name="Picture Placeholder 44">
            <a:extLst>
              <a:ext uri="{FF2B5EF4-FFF2-40B4-BE49-F238E27FC236}">
                <a16:creationId xmlns:a16="http://schemas.microsoft.com/office/drawing/2014/main" id="{20DAF781-CA6C-43D3-B553-E58DBF509A4A}"/>
              </a:ext>
            </a:extLst>
          </p:cNvPr>
          <p:cNvSpPr>
            <a:spLocks noGrp="1"/>
          </p:cNvSpPr>
          <p:nvPr>
            <p:ph type="pic" sz="quarter" idx="25"/>
          </p:nvPr>
        </p:nvSpPr>
        <p:spPr>
          <a:xfrm>
            <a:off x="917448" y="4261336"/>
            <a:ext cx="2103120" cy="1371600"/>
          </a:xfrm>
          <a:custGeom>
            <a:avLst/>
            <a:gdLst>
              <a:gd name="connsiteX0" fmla="*/ 0 w 2103120"/>
              <a:gd name="connsiteY0" fmla="*/ 0 h 1371600"/>
              <a:gd name="connsiteX1" fmla="*/ 2103120 w 2103120"/>
              <a:gd name="connsiteY1" fmla="*/ 0 h 1371600"/>
              <a:gd name="connsiteX2" fmla="*/ 2103120 w 2103120"/>
              <a:gd name="connsiteY2" fmla="*/ 1276026 h 1371600"/>
              <a:gd name="connsiteX3" fmla="*/ 624 w 2103120"/>
              <a:gd name="connsiteY3" fmla="*/ 1276026 h 1371600"/>
              <a:gd name="connsiteX4" fmla="*/ 624 w 2103120"/>
              <a:gd name="connsiteY4" fmla="*/ 1371600 h 1371600"/>
              <a:gd name="connsiteX5" fmla="*/ 0 w 2103120"/>
              <a:gd name="connsiteY5" fmla="*/ 1371600 h 137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03120" h="1371600">
                <a:moveTo>
                  <a:pt x="0" y="0"/>
                </a:moveTo>
                <a:lnTo>
                  <a:pt x="2103120" y="0"/>
                </a:lnTo>
                <a:lnTo>
                  <a:pt x="2103120" y="1276026"/>
                </a:lnTo>
                <a:lnTo>
                  <a:pt x="624" y="1276026"/>
                </a:lnTo>
                <a:lnTo>
                  <a:pt x="624" y="1371600"/>
                </a:lnTo>
                <a:lnTo>
                  <a:pt x="0" y="1371600"/>
                </a:lnTo>
                <a:close/>
              </a:path>
            </a:pathLst>
          </a:custGeom>
          <a:solidFill>
            <a:schemeClr val="accent6">
              <a:lumMod val="20000"/>
              <a:lumOff val="80000"/>
            </a:schemeClr>
          </a:solidFill>
        </p:spPr>
        <p:txBody>
          <a:bodyPr wrap="square">
            <a:noAutofit/>
          </a:bodyPr>
          <a:lstStyle>
            <a:lvl1pPr>
              <a:defRPr sz="1800"/>
            </a:lvl1pPr>
          </a:lstStyle>
          <a:p>
            <a:r>
              <a:rPr lang="en-US"/>
              <a:t>Click icon to add picture</a:t>
            </a:r>
            <a:endParaRPr lang="en-US" dirty="0"/>
          </a:p>
        </p:txBody>
      </p:sp>
      <p:sp>
        <p:nvSpPr>
          <p:cNvPr id="22" name="Text Placeholder 8">
            <a:extLst>
              <a:ext uri="{FF2B5EF4-FFF2-40B4-BE49-F238E27FC236}">
                <a16:creationId xmlns:a16="http://schemas.microsoft.com/office/drawing/2014/main" id="{E502DEDD-A955-4A8D-9A05-828A01CE551D}"/>
              </a:ext>
            </a:extLst>
          </p:cNvPr>
          <p:cNvSpPr>
            <a:spLocks noGrp="1"/>
          </p:cNvSpPr>
          <p:nvPr>
            <p:ph type="body" sz="quarter" idx="26" hasCustomPrompt="1"/>
          </p:nvPr>
        </p:nvSpPr>
        <p:spPr>
          <a:xfrm>
            <a:off x="914400" y="5738113"/>
            <a:ext cx="2103120" cy="228600"/>
          </a:xfrm>
        </p:spPr>
        <p:txBody>
          <a:bodyPr>
            <a:noAutofit/>
          </a:bodyPr>
          <a:lstStyle>
            <a:lvl1pPr marL="0" indent="0">
              <a:buNone/>
              <a:defRPr sz="1400"/>
            </a:lvl1pPr>
            <a:lvl2pPr marL="457200" indent="0">
              <a:buNone/>
              <a:defRPr sz="1600"/>
            </a:lvl2pPr>
            <a:lvl3pPr marL="914400" indent="0">
              <a:buNone/>
              <a:defRPr sz="1600"/>
            </a:lvl3pPr>
            <a:lvl4pPr marL="1371600" indent="0">
              <a:buNone/>
              <a:defRPr sz="1600"/>
            </a:lvl4pPr>
            <a:lvl5pPr marL="1828800" indent="0">
              <a:buNone/>
              <a:defRPr sz="1600"/>
            </a:lvl5pPr>
          </a:lstStyle>
          <a:p>
            <a:pPr lvl="0"/>
            <a:r>
              <a:rPr lang="en-US" dirty="0"/>
              <a:t>Name</a:t>
            </a:r>
          </a:p>
        </p:txBody>
      </p:sp>
      <p:sp>
        <p:nvSpPr>
          <p:cNvPr id="23" name="Text Placeholder 10">
            <a:extLst>
              <a:ext uri="{FF2B5EF4-FFF2-40B4-BE49-F238E27FC236}">
                <a16:creationId xmlns:a16="http://schemas.microsoft.com/office/drawing/2014/main" id="{E76CEA8C-8899-44E0-9F47-106A711A4CC1}"/>
              </a:ext>
            </a:extLst>
          </p:cNvPr>
          <p:cNvSpPr>
            <a:spLocks noGrp="1"/>
          </p:cNvSpPr>
          <p:nvPr>
            <p:ph type="body" sz="quarter" idx="27" hasCustomPrompt="1"/>
          </p:nvPr>
        </p:nvSpPr>
        <p:spPr>
          <a:xfrm>
            <a:off x="914400" y="6001343"/>
            <a:ext cx="2103120" cy="228600"/>
          </a:xfrm>
        </p:spPr>
        <p:txBody>
          <a:bodyPr>
            <a:noAutofit/>
          </a:bodyPr>
          <a:lstStyle>
            <a:lvl1pPr marL="0" indent="0">
              <a:buNone/>
              <a:defRPr sz="1200">
                <a:solidFill>
                  <a:schemeClr val="tx1">
                    <a:lumMod val="50000"/>
                    <a:lumOff val="50000"/>
                  </a:schemeClr>
                </a:solidFill>
              </a:defRPr>
            </a:lvl1pPr>
            <a:lvl2pPr marL="457200" indent="0">
              <a:buNone/>
              <a:defRPr sz="1200">
                <a:solidFill>
                  <a:schemeClr val="tx1">
                    <a:lumMod val="50000"/>
                    <a:lumOff val="50000"/>
                  </a:schemeClr>
                </a:solidFill>
              </a:defRPr>
            </a:lvl2pPr>
            <a:lvl3pPr marL="914400" indent="0">
              <a:buNone/>
              <a:defRPr sz="1200">
                <a:solidFill>
                  <a:schemeClr val="tx1">
                    <a:lumMod val="50000"/>
                    <a:lumOff val="50000"/>
                  </a:schemeClr>
                </a:solidFill>
              </a:defRPr>
            </a:lvl3pPr>
            <a:lvl4pPr marL="1371600" indent="0">
              <a:buNone/>
              <a:defRPr sz="1200">
                <a:solidFill>
                  <a:schemeClr val="tx1">
                    <a:lumMod val="50000"/>
                    <a:lumOff val="50000"/>
                  </a:schemeClr>
                </a:solidFill>
              </a:defRPr>
            </a:lvl4pPr>
            <a:lvl5pPr marL="1828800" indent="0">
              <a:buNone/>
              <a:defRPr sz="1200">
                <a:solidFill>
                  <a:schemeClr val="tx1">
                    <a:lumMod val="50000"/>
                    <a:lumOff val="50000"/>
                  </a:schemeClr>
                </a:solidFill>
              </a:defRPr>
            </a:lvl5pPr>
          </a:lstStyle>
          <a:p>
            <a:pPr lvl="0"/>
            <a:r>
              <a:rPr lang="en-US" dirty="0"/>
              <a:t>Title</a:t>
            </a:r>
          </a:p>
        </p:txBody>
      </p:sp>
      <p:sp>
        <p:nvSpPr>
          <p:cNvPr id="46" name="Picture Placeholder 45">
            <a:extLst>
              <a:ext uri="{FF2B5EF4-FFF2-40B4-BE49-F238E27FC236}">
                <a16:creationId xmlns:a16="http://schemas.microsoft.com/office/drawing/2014/main" id="{4DE21878-7282-49DF-A1B3-B38F5A85F71A}"/>
              </a:ext>
            </a:extLst>
          </p:cNvPr>
          <p:cNvSpPr>
            <a:spLocks noGrp="1"/>
          </p:cNvSpPr>
          <p:nvPr>
            <p:ph type="pic" sz="quarter" idx="28"/>
          </p:nvPr>
        </p:nvSpPr>
        <p:spPr>
          <a:xfrm>
            <a:off x="3670808" y="4261336"/>
            <a:ext cx="2103120" cy="1371600"/>
          </a:xfrm>
          <a:custGeom>
            <a:avLst/>
            <a:gdLst>
              <a:gd name="connsiteX0" fmla="*/ 0 w 2103120"/>
              <a:gd name="connsiteY0" fmla="*/ 0 h 1371600"/>
              <a:gd name="connsiteX1" fmla="*/ 2103120 w 2103120"/>
              <a:gd name="connsiteY1" fmla="*/ 0 h 1371600"/>
              <a:gd name="connsiteX2" fmla="*/ 2103120 w 2103120"/>
              <a:gd name="connsiteY2" fmla="*/ 1371600 h 1371600"/>
              <a:gd name="connsiteX3" fmla="*/ 2102728 w 2103120"/>
              <a:gd name="connsiteY3" fmla="*/ 1371600 h 1371600"/>
              <a:gd name="connsiteX4" fmla="*/ 2102728 w 2103120"/>
              <a:gd name="connsiteY4" fmla="*/ 1277995 h 1371600"/>
              <a:gd name="connsiteX5" fmla="*/ 0 w 2103120"/>
              <a:gd name="connsiteY5" fmla="*/ 1277995 h 137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03120" h="1371600">
                <a:moveTo>
                  <a:pt x="0" y="0"/>
                </a:moveTo>
                <a:lnTo>
                  <a:pt x="2103120" y="0"/>
                </a:lnTo>
                <a:lnTo>
                  <a:pt x="2103120" y="1371600"/>
                </a:lnTo>
                <a:lnTo>
                  <a:pt x="2102728" y="1371600"/>
                </a:lnTo>
                <a:lnTo>
                  <a:pt x="2102728" y="1277995"/>
                </a:lnTo>
                <a:lnTo>
                  <a:pt x="0" y="1277995"/>
                </a:lnTo>
                <a:close/>
              </a:path>
            </a:pathLst>
          </a:custGeom>
          <a:solidFill>
            <a:schemeClr val="accent6">
              <a:lumMod val="20000"/>
              <a:lumOff val="80000"/>
            </a:schemeClr>
          </a:solidFill>
        </p:spPr>
        <p:txBody>
          <a:bodyPr wrap="square">
            <a:noAutofit/>
          </a:bodyPr>
          <a:lstStyle>
            <a:lvl1pPr>
              <a:defRPr sz="1800"/>
            </a:lvl1pPr>
          </a:lstStyle>
          <a:p>
            <a:r>
              <a:rPr lang="en-US"/>
              <a:t>Click icon to add picture</a:t>
            </a:r>
            <a:endParaRPr lang="en-US" dirty="0"/>
          </a:p>
        </p:txBody>
      </p:sp>
      <p:sp>
        <p:nvSpPr>
          <p:cNvPr id="25" name="Text Placeholder 8">
            <a:extLst>
              <a:ext uri="{FF2B5EF4-FFF2-40B4-BE49-F238E27FC236}">
                <a16:creationId xmlns:a16="http://schemas.microsoft.com/office/drawing/2014/main" id="{3179BABC-F01C-4C09-BE82-C1C218CA476F}"/>
              </a:ext>
            </a:extLst>
          </p:cNvPr>
          <p:cNvSpPr>
            <a:spLocks noGrp="1"/>
          </p:cNvSpPr>
          <p:nvPr>
            <p:ph type="body" sz="quarter" idx="29" hasCustomPrompt="1"/>
          </p:nvPr>
        </p:nvSpPr>
        <p:spPr>
          <a:xfrm>
            <a:off x="3669792" y="5738113"/>
            <a:ext cx="2103120" cy="228600"/>
          </a:xfrm>
        </p:spPr>
        <p:txBody>
          <a:bodyPr>
            <a:noAutofit/>
          </a:bodyPr>
          <a:lstStyle>
            <a:lvl1pPr marL="0" indent="0">
              <a:buNone/>
              <a:defRPr sz="1400"/>
            </a:lvl1pPr>
            <a:lvl2pPr marL="457200" indent="0">
              <a:buNone/>
              <a:defRPr sz="1600"/>
            </a:lvl2pPr>
            <a:lvl3pPr marL="914400" indent="0">
              <a:buNone/>
              <a:defRPr sz="1600"/>
            </a:lvl3pPr>
            <a:lvl4pPr marL="1371600" indent="0">
              <a:buNone/>
              <a:defRPr sz="1600"/>
            </a:lvl4pPr>
            <a:lvl5pPr marL="1828800" indent="0">
              <a:buNone/>
              <a:defRPr sz="1600"/>
            </a:lvl5pPr>
          </a:lstStyle>
          <a:p>
            <a:pPr lvl="0"/>
            <a:r>
              <a:rPr lang="en-US" dirty="0"/>
              <a:t>Name</a:t>
            </a:r>
          </a:p>
        </p:txBody>
      </p:sp>
      <p:sp>
        <p:nvSpPr>
          <p:cNvPr id="26" name="Text Placeholder 10">
            <a:extLst>
              <a:ext uri="{FF2B5EF4-FFF2-40B4-BE49-F238E27FC236}">
                <a16:creationId xmlns:a16="http://schemas.microsoft.com/office/drawing/2014/main" id="{7B1CE826-A5B2-4507-ADB0-BD2BFE4B8BB9}"/>
              </a:ext>
            </a:extLst>
          </p:cNvPr>
          <p:cNvSpPr>
            <a:spLocks noGrp="1"/>
          </p:cNvSpPr>
          <p:nvPr>
            <p:ph type="body" sz="quarter" idx="30" hasCustomPrompt="1"/>
          </p:nvPr>
        </p:nvSpPr>
        <p:spPr>
          <a:xfrm>
            <a:off x="3669792" y="6001343"/>
            <a:ext cx="2103120" cy="228600"/>
          </a:xfrm>
        </p:spPr>
        <p:txBody>
          <a:bodyPr>
            <a:noAutofit/>
          </a:bodyPr>
          <a:lstStyle>
            <a:lvl1pPr marL="0" indent="0">
              <a:buNone/>
              <a:defRPr sz="1200">
                <a:solidFill>
                  <a:schemeClr val="tx1">
                    <a:lumMod val="50000"/>
                    <a:lumOff val="50000"/>
                  </a:schemeClr>
                </a:solidFill>
              </a:defRPr>
            </a:lvl1pPr>
            <a:lvl2pPr marL="457200" indent="0">
              <a:buNone/>
              <a:defRPr sz="1200">
                <a:solidFill>
                  <a:schemeClr val="tx1">
                    <a:lumMod val="50000"/>
                    <a:lumOff val="50000"/>
                  </a:schemeClr>
                </a:solidFill>
              </a:defRPr>
            </a:lvl2pPr>
            <a:lvl3pPr marL="914400" indent="0">
              <a:buNone/>
              <a:defRPr sz="1200">
                <a:solidFill>
                  <a:schemeClr val="tx1">
                    <a:lumMod val="50000"/>
                    <a:lumOff val="50000"/>
                  </a:schemeClr>
                </a:solidFill>
              </a:defRPr>
            </a:lvl3pPr>
            <a:lvl4pPr marL="1371600" indent="0">
              <a:buNone/>
              <a:defRPr sz="1200">
                <a:solidFill>
                  <a:schemeClr val="tx1">
                    <a:lumMod val="50000"/>
                    <a:lumOff val="50000"/>
                  </a:schemeClr>
                </a:solidFill>
              </a:defRPr>
            </a:lvl4pPr>
            <a:lvl5pPr marL="1828800" indent="0">
              <a:buNone/>
              <a:defRPr sz="1200">
                <a:solidFill>
                  <a:schemeClr val="tx1">
                    <a:lumMod val="50000"/>
                    <a:lumOff val="50000"/>
                  </a:schemeClr>
                </a:solidFill>
              </a:defRPr>
            </a:lvl5pPr>
          </a:lstStyle>
          <a:p>
            <a:pPr lvl="0"/>
            <a:r>
              <a:rPr lang="en-US" dirty="0"/>
              <a:t>Title</a:t>
            </a:r>
          </a:p>
        </p:txBody>
      </p:sp>
      <p:sp>
        <p:nvSpPr>
          <p:cNvPr id="47" name="Picture Placeholder 46">
            <a:extLst>
              <a:ext uri="{FF2B5EF4-FFF2-40B4-BE49-F238E27FC236}">
                <a16:creationId xmlns:a16="http://schemas.microsoft.com/office/drawing/2014/main" id="{09624F3D-E589-4C68-B98A-566CCAAA98D1}"/>
              </a:ext>
            </a:extLst>
          </p:cNvPr>
          <p:cNvSpPr>
            <a:spLocks noGrp="1"/>
          </p:cNvSpPr>
          <p:nvPr>
            <p:ph type="pic" sz="quarter" idx="31"/>
          </p:nvPr>
        </p:nvSpPr>
        <p:spPr>
          <a:xfrm>
            <a:off x="6424168" y="4261336"/>
            <a:ext cx="2103120" cy="1371600"/>
          </a:xfrm>
          <a:custGeom>
            <a:avLst/>
            <a:gdLst>
              <a:gd name="connsiteX0" fmla="*/ 0 w 2103120"/>
              <a:gd name="connsiteY0" fmla="*/ 0 h 1371600"/>
              <a:gd name="connsiteX1" fmla="*/ 2103120 w 2103120"/>
              <a:gd name="connsiteY1" fmla="*/ 0 h 1371600"/>
              <a:gd name="connsiteX2" fmla="*/ 2103120 w 2103120"/>
              <a:gd name="connsiteY2" fmla="*/ 1371600 h 1371600"/>
              <a:gd name="connsiteX3" fmla="*/ 2098017 w 2103120"/>
              <a:gd name="connsiteY3" fmla="*/ 1371600 h 1371600"/>
              <a:gd name="connsiteX4" fmla="*/ 2098017 w 2103120"/>
              <a:gd name="connsiteY4" fmla="*/ 1277995 h 1371600"/>
              <a:gd name="connsiteX5" fmla="*/ 0 w 2103120"/>
              <a:gd name="connsiteY5" fmla="*/ 1277995 h 137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03120" h="1371600">
                <a:moveTo>
                  <a:pt x="0" y="0"/>
                </a:moveTo>
                <a:lnTo>
                  <a:pt x="2103120" y="0"/>
                </a:lnTo>
                <a:lnTo>
                  <a:pt x="2103120" y="1371600"/>
                </a:lnTo>
                <a:lnTo>
                  <a:pt x="2098017" y="1371600"/>
                </a:lnTo>
                <a:lnTo>
                  <a:pt x="2098017" y="1277995"/>
                </a:lnTo>
                <a:lnTo>
                  <a:pt x="0" y="1277995"/>
                </a:lnTo>
                <a:close/>
              </a:path>
            </a:pathLst>
          </a:custGeom>
          <a:solidFill>
            <a:schemeClr val="accent6">
              <a:lumMod val="20000"/>
              <a:lumOff val="80000"/>
            </a:schemeClr>
          </a:solidFill>
        </p:spPr>
        <p:txBody>
          <a:bodyPr wrap="square">
            <a:noAutofit/>
          </a:bodyPr>
          <a:lstStyle>
            <a:lvl1pPr>
              <a:defRPr sz="1800"/>
            </a:lvl1pPr>
          </a:lstStyle>
          <a:p>
            <a:r>
              <a:rPr lang="en-US"/>
              <a:t>Click icon to add picture</a:t>
            </a:r>
            <a:endParaRPr lang="en-US" dirty="0"/>
          </a:p>
        </p:txBody>
      </p:sp>
      <p:sp>
        <p:nvSpPr>
          <p:cNvPr id="28" name="Text Placeholder 8">
            <a:extLst>
              <a:ext uri="{FF2B5EF4-FFF2-40B4-BE49-F238E27FC236}">
                <a16:creationId xmlns:a16="http://schemas.microsoft.com/office/drawing/2014/main" id="{6F19331A-27CF-4270-B991-C2E97C6E6CA3}"/>
              </a:ext>
            </a:extLst>
          </p:cNvPr>
          <p:cNvSpPr>
            <a:spLocks noGrp="1"/>
          </p:cNvSpPr>
          <p:nvPr>
            <p:ph type="body" sz="quarter" idx="32" hasCustomPrompt="1"/>
          </p:nvPr>
        </p:nvSpPr>
        <p:spPr>
          <a:xfrm>
            <a:off x="6422136" y="5738113"/>
            <a:ext cx="2103120" cy="228600"/>
          </a:xfrm>
        </p:spPr>
        <p:txBody>
          <a:bodyPr>
            <a:noAutofit/>
          </a:bodyPr>
          <a:lstStyle>
            <a:lvl1pPr marL="0" indent="0">
              <a:buNone/>
              <a:defRPr sz="1400"/>
            </a:lvl1pPr>
            <a:lvl2pPr marL="457200" indent="0">
              <a:buNone/>
              <a:defRPr sz="1600"/>
            </a:lvl2pPr>
            <a:lvl3pPr marL="914400" indent="0">
              <a:buNone/>
              <a:defRPr sz="1600"/>
            </a:lvl3pPr>
            <a:lvl4pPr marL="1371600" indent="0">
              <a:buNone/>
              <a:defRPr sz="1600"/>
            </a:lvl4pPr>
            <a:lvl5pPr marL="1828800" indent="0">
              <a:buNone/>
              <a:defRPr sz="1600"/>
            </a:lvl5pPr>
          </a:lstStyle>
          <a:p>
            <a:pPr lvl="0"/>
            <a:r>
              <a:rPr lang="en-US" dirty="0"/>
              <a:t>Name</a:t>
            </a:r>
          </a:p>
        </p:txBody>
      </p:sp>
      <p:sp>
        <p:nvSpPr>
          <p:cNvPr id="29" name="Text Placeholder 10">
            <a:extLst>
              <a:ext uri="{FF2B5EF4-FFF2-40B4-BE49-F238E27FC236}">
                <a16:creationId xmlns:a16="http://schemas.microsoft.com/office/drawing/2014/main" id="{C123301D-8AA0-4C65-B928-3902E4793B59}"/>
              </a:ext>
            </a:extLst>
          </p:cNvPr>
          <p:cNvSpPr>
            <a:spLocks noGrp="1"/>
          </p:cNvSpPr>
          <p:nvPr>
            <p:ph type="body" sz="quarter" idx="33" hasCustomPrompt="1"/>
          </p:nvPr>
        </p:nvSpPr>
        <p:spPr>
          <a:xfrm>
            <a:off x="6422136" y="6001343"/>
            <a:ext cx="2103120" cy="228600"/>
          </a:xfrm>
        </p:spPr>
        <p:txBody>
          <a:bodyPr>
            <a:noAutofit/>
          </a:bodyPr>
          <a:lstStyle>
            <a:lvl1pPr marL="0" indent="0">
              <a:buNone/>
              <a:defRPr sz="1200">
                <a:solidFill>
                  <a:schemeClr val="tx1">
                    <a:lumMod val="50000"/>
                    <a:lumOff val="50000"/>
                  </a:schemeClr>
                </a:solidFill>
              </a:defRPr>
            </a:lvl1pPr>
            <a:lvl2pPr marL="457200" indent="0">
              <a:buNone/>
              <a:defRPr sz="1200">
                <a:solidFill>
                  <a:schemeClr val="tx1">
                    <a:lumMod val="50000"/>
                    <a:lumOff val="50000"/>
                  </a:schemeClr>
                </a:solidFill>
              </a:defRPr>
            </a:lvl2pPr>
            <a:lvl3pPr marL="914400" indent="0">
              <a:buNone/>
              <a:defRPr sz="1200">
                <a:solidFill>
                  <a:schemeClr val="tx1">
                    <a:lumMod val="50000"/>
                    <a:lumOff val="50000"/>
                  </a:schemeClr>
                </a:solidFill>
              </a:defRPr>
            </a:lvl3pPr>
            <a:lvl4pPr marL="1371600" indent="0">
              <a:buNone/>
              <a:defRPr sz="1200">
                <a:solidFill>
                  <a:schemeClr val="tx1">
                    <a:lumMod val="50000"/>
                    <a:lumOff val="50000"/>
                  </a:schemeClr>
                </a:solidFill>
              </a:defRPr>
            </a:lvl4pPr>
            <a:lvl5pPr marL="1828800" indent="0">
              <a:buNone/>
              <a:defRPr sz="1200">
                <a:solidFill>
                  <a:schemeClr val="tx1">
                    <a:lumMod val="50000"/>
                    <a:lumOff val="50000"/>
                  </a:schemeClr>
                </a:solidFill>
              </a:defRPr>
            </a:lvl5pPr>
          </a:lstStyle>
          <a:p>
            <a:pPr lvl="0"/>
            <a:r>
              <a:rPr lang="en-US" dirty="0"/>
              <a:t>Title</a:t>
            </a:r>
          </a:p>
        </p:txBody>
      </p:sp>
      <p:sp>
        <p:nvSpPr>
          <p:cNvPr id="48" name="Picture Placeholder 47">
            <a:extLst>
              <a:ext uri="{FF2B5EF4-FFF2-40B4-BE49-F238E27FC236}">
                <a16:creationId xmlns:a16="http://schemas.microsoft.com/office/drawing/2014/main" id="{09B16E22-2B7C-413C-9283-51DBE7DF0F62}"/>
              </a:ext>
            </a:extLst>
          </p:cNvPr>
          <p:cNvSpPr>
            <a:spLocks noGrp="1"/>
          </p:cNvSpPr>
          <p:nvPr>
            <p:ph type="pic" sz="quarter" idx="34"/>
          </p:nvPr>
        </p:nvSpPr>
        <p:spPr>
          <a:xfrm>
            <a:off x="9177528" y="4261336"/>
            <a:ext cx="2103120" cy="1371600"/>
          </a:xfrm>
          <a:custGeom>
            <a:avLst/>
            <a:gdLst>
              <a:gd name="connsiteX0" fmla="*/ 0 w 2103120"/>
              <a:gd name="connsiteY0" fmla="*/ 0 h 1371600"/>
              <a:gd name="connsiteX1" fmla="*/ 2103120 w 2103120"/>
              <a:gd name="connsiteY1" fmla="*/ 0 h 1371600"/>
              <a:gd name="connsiteX2" fmla="*/ 2103120 w 2103120"/>
              <a:gd name="connsiteY2" fmla="*/ 1371600 h 1371600"/>
              <a:gd name="connsiteX3" fmla="*/ 2097024 w 2103120"/>
              <a:gd name="connsiteY3" fmla="*/ 1371600 h 1371600"/>
              <a:gd name="connsiteX4" fmla="*/ 2097024 w 2103120"/>
              <a:gd name="connsiteY4" fmla="*/ 1277995 h 1371600"/>
              <a:gd name="connsiteX5" fmla="*/ 0 w 2103120"/>
              <a:gd name="connsiteY5" fmla="*/ 1277995 h 137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03120" h="1371600">
                <a:moveTo>
                  <a:pt x="0" y="0"/>
                </a:moveTo>
                <a:lnTo>
                  <a:pt x="2103120" y="0"/>
                </a:lnTo>
                <a:lnTo>
                  <a:pt x="2103120" y="1371600"/>
                </a:lnTo>
                <a:lnTo>
                  <a:pt x="2097024" y="1371600"/>
                </a:lnTo>
                <a:lnTo>
                  <a:pt x="2097024" y="1277995"/>
                </a:lnTo>
                <a:lnTo>
                  <a:pt x="0" y="1277995"/>
                </a:lnTo>
                <a:close/>
              </a:path>
            </a:pathLst>
          </a:custGeom>
          <a:solidFill>
            <a:schemeClr val="accent6">
              <a:lumMod val="20000"/>
              <a:lumOff val="80000"/>
            </a:schemeClr>
          </a:solidFill>
        </p:spPr>
        <p:txBody>
          <a:bodyPr wrap="square">
            <a:noAutofit/>
          </a:bodyPr>
          <a:lstStyle>
            <a:lvl1pPr>
              <a:defRPr sz="1800"/>
            </a:lvl1pPr>
          </a:lstStyle>
          <a:p>
            <a:r>
              <a:rPr lang="en-US"/>
              <a:t>Click icon to add picture</a:t>
            </a:r>
            <a:endParaRPr lang="en-US" dirty="0"/>
          </a:p>
        </p:txBody>
      </p:sp>
      <p:sp>
        <p:nvSpPr>
          <p:cNvPr id="31" name="Text Placeholder 8">
            <a:extLst>
              <a:ext uri="{FF2B5EF4-FFF2-40B4-BE49-F238E27FC236}">
                <a16:creationId xmlns:a16="http://schemas.microsoft.com/office/drawing/2014/main" id="{9E095B1F-8D49-4766-951D-A60C5BA5DB41}"/>
              </a:ext>
            </a:extLst>
          </p:cNvPr>
          <p:cNvSpPr>
            <a:spLocks noGrp="1"/>
          </p:cNvSpPr>
          <p:nvPr>
            <p:ph type="body" sz="quarter" idx="35" hasCustomPrompt="1"/>
          </p:nvPr>
        </p:nvSpPr>
        <p:spPr>
          <a:xfrm>
            <a:off x="9174480" y="5738113"/>
            <a:ext cx="2103120" cy="228600"/>
          </a:xfrm>
        </p:spPr>
        <p:txBody>
          <a:bodyPr>
            <a:noAutofit/>
          </a:bodyPr>
          <a:lstStyle>
            <a:lvl1pPr marL="0" indent="0">
              <a:buNone/>
              <a:defRPr sz="1400"/>
            </a:lvl1pPr>
            <a:lvl2pPr marL="457200" indent="0">
              <a:buNone/>
              <a:defRPr sz="1600"/>
            </a:lvl2pPr>
            <a:lvl3pPr marL="914400" indent="0">
              <a:buNone/>
              <a:defRPr sz="1600"/>
            </a:lvl3pPr>
            <a:lvl4pPr marL="1371600" indent="0">
              <a:buNone/>
              <a:defRPr sz="1600"/>
            </a:lvl4pPr>
            <a:lvl5pPr marL="1828800" indent="0">
              <a:buNone/>
              <a:defRPr sz="1600"/>
            </a:lvl5pPr>
          </a:lstStyle>
          <a:p>
            <a:pPr lvl="0"/>
            <a:r>
              <a:rPr lang="en-US" dirty="0"/>
              <a:t>Name</a:t>
            </a:r>
          </a:p>
        </p:txBody>
      </p:sp>
      <p:sp>
        <p:nvSpPr>
          <p:cNvPr id="32" name="Text Placeholder 10">
            <a:extLst>
              <a:ext uri="{FF2B5EF4-FFF2-40B4-BE49-F238E27FC236}">
                <a16:creationId xmlns:a16="http://schemas.microsoft.com/office/drawing/2014/main" id="{A3C30BF1-DCAF-4FF7-AE62-42A77BBB551F}"/>
              </a:ext>
            </a:extLst>
          </p:cNvPr>
          <p:cNvSpPr>
            <a:spLocks noGrp="1"/>
          </p:cNvSpPr>
          <p:nvPr>
            <p:ph type="body" sz="quarter" idx="36" hasCustomPrompt="1"/>
          </p:nvPr>
        </p:nvSpPr>
        <p:spPr>
          <a:xfrm>
            <a:off x="9174480" y="6001343"/>
            <a:ext cx="2103120" cy="228600"/>
          </a:xfrm>
        </p:spPr>
        <p:txBody>
          <a:bodyPr>
            <a:noAutofit/>
          </a:bodyPr>
          <a:lstStyle>
            <a:lvl1pPr marL="0" indent="0">
              <a:buNone/>
              <a:defRPr sz="1200">
                <a:solidFill>
                  <a:schemeClr val="tx1">
                    <a:lumMod val="50000"/>
                    <a:lumOff val="50000"/>
                  </a:schemeClr>
                </a:solidFill>
              </a:defRPr>
            </a:lvl1pPr>
            <a:lvl2pPr marL="457200" indent="0">
              <a:buNone/>
              <a:defRPr sz="1200">
                <a:solidFill>
                  <a:schemeClr val="tx1">
                    <a:lumMod val="50000"/>
                    <a:lumOff val="50000"/>
                  </a:schemeClr>
                </a:solidFill>
              </a:defRPr>
            </a:lvl2pPr>
            <a:lvl3pPr marL="914400" indent="0">
              <a:buNone/>
              <a:defRPr sz="1200">
                <a:solidFill>
                  <a:schemeClr val="tx1">
                    <a:lumMod val="50000"/>
                    <a:lumOff val="50000"/>
                  </a:schemeClr>
                </a:solidFill>
              </a:defRPr>
            </a:lvl3pPr>
            <a:lvl4pPr marL="1371600" indent="0">
              <a:buNone/>
              <a:defRPr sz="1200">
                <a:solidFill>
                  <a:schemeClr val="tx1">
                    <a:lumMod val="50000"/>
                    <a:lumOff val="50000"/>
                  </a:schemeClr>
                </a:solidFill>
              </a:defRPr>
            </a:lvl4pPr>
            <a:lvl5pPr marL="1828800" indent="0">
              <a:buNone/>
              <a:defRPr sz="1200">
                <a:solidFill>
                  <a:schemeClr val="tx1">
                    <a:lumMod val="50000"/>
                    <a:lumOff val="50000"/>
                  </a:schemeClr>
                </a:solidFill>
              </a:defRPr>
            </a:lvl5pPr>
          </a:lstStyle>
          <a:p>
            <a:pPr lvl="0"/>
            <a:r>
              <a:rPr lang="en-US" dirty="0"/>
              <a:t>Title</a:t>
            </a:r>
          </a:p>
        </p:txBody>
      </p:sp>
      <p:sp>
        <p:nvSpPr>
          <p:cNvPr id="49" name="Rectangle 48">
            <a:extLst>
              <a:ext uri="{FF2B5EF4-FFF2-40B4-BE49-F238E27FC236}">
                <a16:creationId xmlns:a16="http://schemas.microsoft.com/office/drawing/2014/main" id="{554DA5CF-5D2A-43B4-85A8-340C8F7BBA9B}"/>
              </a:ext>
              <a:ext uri="{C183D7F6-B498-43B3-948B-1728B52AA6E4}">
                <adec:decorative xmlns:adec="http://schemas.microsoft.com/office/drawing/2017/decorative" val="1"/>
              </a:ext>
            </a:extLst>
          </p:cNvPr>
          <p:cNvSpPr/>
          <p:nvPr userDrawn="1"/>
        </p:nvSpPr>
        <p:spPr>
          <a:xfrm>
            <a:off x="914542" y="3312119"/>
            <a:ext cx="2103120" cy="10972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0" name="Rectangle 49">
            <a:extLst>
              <a:ext uri="{FF2B5EF4-FFF2-40B4-BE49-F238E27FC236}">
                <a16:creationId xmlns:a16="http://schemas.microsoft.com/office/drawing/2014/main" id="{26B1FEE3-D401-47CB-80E6-52D6DF510D77}"/>
              </a:ext>
              <a:ext uri="{C183D7F6-B498-43B3-948B-1728B52AA6E4}">
                <adec:decorative xmlns:adec="http://schemas.microsoft.com/office/drawing/2017/decorative" val="1"/>
              </a:ext>
            </a:extLst>
          </p:cNvPr>
          <p:cNvSpPr/>
          <p:nvPr userDrawn="1"/>
        </p:nvSpPr>
        <p:spPr>
          <a:xfrm>
            <a:off x="3667323" y="3314088"/>
            <a:ext cx="2103120" cy="10972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1" name="Rectangle 50">
            <a:extLst>
              <a:ext uri="{FF2B5EF4-FFF2-40B4-BE49-F238E27FC236}">
                <a16:creationId xmlns:a16="http://schemas.microsoft.com/office/drawing/2014/main" id="{98D86A78-C607-45C6-8641-1AF4A5F073EE}"/>
              </a:ext>
              <a:ext uri="{C183D7F6-B498-43B3-948B-1728B52AA6E4}">
                <adec:decorative xmlns:adec="http://schemas.microsoft.com/office/drawing/2017/decorative" val="1"/>
              </a:ext>
            </a:extLst>
          </p:cNvPr>
          <p:cNvSpPr/>
          <p:nvPr userDrawn="1"/>
        </p:nvSpPr>
        <p:spPr>
          <a:xfrm>
            <a:off x="6418867" y="3314088"/>
            <a:ext cx="2103120" cy="10972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2" name="Rectangle 51">
            <a:extLst>
              <a:ext uri="{FF2B5EF4-FFF2-40B4-BE49-F238E27FC236}">
                <a16:creationId xmlns:a16="http://schemas.microsoft.com/office/drawing/2014/main" id="{B84BFDA8-0351-4C99-8911-2034DAE3D78E}"/>
              </a:ext>
              <a:ext uri="{C183D7F6-B498-43B3-948B-1728B52AA6E4}">
                <adec:decorative xmlns:adec="http://schemas.microsoft.com/office/drawing/2017/decorative" val="1"/>
              </a:ext>
            </a:extLst>
          </p:cNvPr>
          <p:cNvSpPr/>
          <p:nvPr userDrawn="1"/>
        </p:nvSpPr>
        <p:spPr>
          <a:xfrm>
            <a:off x="9173027" y="3314088"/>
            <a:ext cx="2103120" cy="10972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3" name="Rectangle 52">
            <a:extLst>
              <a:ext uri="{FF2B5EF4-FFF2-40B4-BE49-F238E27FC236}">
                <a16:creationId xmlns:a16="http://schemas.microsoft.com/office/drawing/2014/main" id="{1896FDB4-943E-4915-BFB5-FBF28C1F0DB4}"/>
              </a:ext>
              <a:ext uri="{C183D7F6-B498-43B3-948B-1728B52AA6E4}">
                <adec:decorative xmlns:adec="http://schemas.microsoft.com/office/drawing/2017/decorative" val="1"/>
              </a:ext>
            </a:extLst>
          </p:cNvPr>
          <p:cNvSpPr/>
          <p:nvPr userDrawn="1"/>
        </p:nvSpPr>
        <p:spPr>
          <a:xfrm>
            <a:off x="918072" y="5537362"/>
            <a:ext cx="2103120" cy="10972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4" name="Rectangle 53">
            <a:extLst>
              <a:ext uri="{FF2B5EF4-FFF2-40B4-BE49-F238E27FC236}">
                <a16:creationId xmlns:a16="http://schemas.microsoft.com/office/drawing/2014/main" id="{8DE6F848-8616-4A39-B962-93F75C4718F8}"/>
              </a:ext>
              <a:ext uri="{C183D7F6-B498-43B3-948B-1728B52AA6E4}">
                <adec:decorative xmlns:adec="http://schemas.microsoft.com/office/drawing/2017/decorative" val="1"/>
              </a:ext>
            </a:extLst>
          </p:cNvPr>
          <p:cNvSpPr/>
          <p:nvPr userDrawn="1"/>
        </p:nvSpPr>
        <p:spPr>
          <a:xfrm>
            <a:off x="3670416" y="5539331"/>
            <a:ext cx="2103120" cy="10972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5" name="Rectangle 54">
            <a:extLst>
              <a:ext uri="{FF2B5EF4-FFF2-40B4-BE49-F238E27FC236}">
                <a16:creationId xmlns:a16="http://schemas.microsoft.com/office/drawing/2014/main" id="{506A04BD-9213-47EF-B5B0-2684E430D182}"/>
              </a:ext>
              <a:ext uri="{C183D7F6-B498-43B3-948B-1728B52AA6E4}">
                <adec:decorative xmlns:adec="http://schemas.microsoft.com/office/drawing/2017/decorative" val="1"/>
              </a:ext>
            </a:extLst>
          </p:cNvPr>
          <p:cNvSpPr/>
          <p:nvPr userDrawn="1"/>
        </p:nvSpPr>
        <p:spPr>
          <a:xfrm>
            <a:off x="6419065" y="5539331"/>
            <a:ext cx="2103120" cy="10972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6" name="Rectangle 55">
            <a:extLst>
              <a:ext uri="{FF2B5EF4-FFF2-40B4-BE49-F238E27FC236}">
                <a16:creationId xmlns:a16="http://schemas.microsoft.com/office/drawing/2014/main" id="{7869DE2A-F897-46B0-B840-A2597892490B}"/>
              </a:ext>
              <a:ext uri="{C183D7F6-B498-43B3-948B-1728B52AA6E4}">
                <adec:decorative xmlns:adec="http://schemas.microsoft.com/office/drawing/2017/decorative" val="1"/>
              </a:ext>
            </a:extLst>
          </p:cNvPr>
          <p:cNvSpPr/>
          <p:nvPr userDrawn="1"/>
        </p:nvSpPr>
        <p:spPr>
          <a:xfrm>
            <a:off x="9171432" y="5539331"/>
            <a:ext cx="2103120" cy="10972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68242196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Fundin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841247" y="365760"/>
            <a:ext cx="10515600" cy="1325563"/>
          </a:xfrm>
        </p:spPr>
        <p:txBody>
          <a:bodyPr/>
          <a:lstStyle>
            <a:lvl1pPr>
              <a:defRPr>
                <a:solidFill>
                  <a:schemeClr val="tx1"/>
                </a:solidFill>
              </a:defRPr>
            </a:lvl1pPr>
          </a:lstStyle>
          <a:p>
            <a:r>
              <a:rPr lang="en-US" dirty="0"/>
              <a:t>CLICK TO EDIT TITLE</a:t>
            </a:r>
          </a:p>
        </p:txBody>
      </p:sp>
      <p:sp>
        <p:nvSpPr>
          <p:cNvPr id="4" name="Date Placeholder 3">
            <a:extLst>
              <a:ext uri="{FF2B5EF4-FFF2-40B4-BE49-F238E27FC236}">
                <a16:creationId xmlns:a16="http://schemas.microsoft.com/office/drawing/2014/main" id="{3EDAC16E-5725-4AC1-AB85-871F25D26688}"/>
              </a:ext>
            </a:extLst>
          </p:cNvPr>
          <p:cNvSpPr>
            <a:spLocks noGrp="1"/>
          </p:cNvSpPr>
          <p:nvPr>
            <p:ph type="dt" sz="half" idx="10"/>
          </p:nvPr>
        </p:nvSpPr>
        <p:spPr/>
        <p:txBody>
          <a:bodyPr/>
          <a:lstStyle>
            <a:lvl1pPr>
              <a:defRPr>
                <a:solidFill>
                  <a:schemeClr val="tx1">
                    <a:lumMod val="65000"/>
                    <a:lumOff val="35000"/>
                  </a:schemeClr>
                </a:solidFill>
              </a:defRPr>
            </a:lvl1pPr>
          </a:lstStyle>
          <a:p>
            <a:r>
              <a:rPr lang="en-US" dirty="0"/>
              <a:t>7/14/20XX</a:t>
            </a:r>
          </a:p>
        </p:txBody>
      </p:sp>
      <p:sp>
        <p:nvSpPr>
          <p:cNvPr id="5" name="Footer Placeholder 4">
            <a:extLst>
              <a:ext uri="{FF2B5EF4-FFF2-40B4-BE49-F238E27FC236}">
                <a16:creationId xmlns:a16="http://schemas.microsoft.com/office/drawing/2014/main" id="{FD10B5D8-71E9-48DC-A04C-559359603CB0}"/>
              </a:ext>
            </a:extLst>
          </p:cNvPr>
          <p:cNvSpPr>
            <a:spLocks noGrp="1"/>
          </p:cNvSpPr>
          <p:nvPr>
            <p:ph type="ftr" sz="quarter" idx="11"/>
          </p:nvPr>
        </p:nvSpPr>
        <p:spPr/>
        <p:txBody>
          <a:bodyPr/>
          <a:lstStyle>
            <a:lvl1pPr>
              <a:defRPr>
                <a:solidFill>
                  <a:schemeClr val="tx1">
                    <a:lumMod val="65000"/>
                    <a:lumOff val="35000"/>
                  </a:schemeClr>
                </a:solidFill>
              </a:defRPr>
            </a:lvl1pPr>
          </a:lstStyle>
          <a:p>
            <a:r>
              <a:rPr lang="en-US" dirty="0"/>
              <a:t>Pitch deck title</a:t>
            </a:r>
          </a:p>
        </p:txBody>
      </p:sp>
      <p:sp>
        <p:nvSpPr>
          <p:cNvPr id="6" name="Slide Number Placeholder 5">
            <a:extLst>
              <a:ext uri="{FF2B5EF4-FFF2-40B4-BE49-F238E27FC236}">
                <a16:creationId xmlns:a16="http://schemas.microsoft.com/office/drawing/2014/main" id="{A0FDD81F-9379-48E6-9B14-83486F920A39}"/>
              </a:ext>
            </a:extLst>
          </p:cNvPr>
          <p:cNvSpPr>
            <a:spLocks noGrp="1"/>
          </p:cNvSpPr>
          <p:nvPr>
            <p:ph type="sldNum" sz="quarter" idx="12"/>
          </p:nvPr>
        </p:nvSpPr>
        <p:spPr/>
        <p:txBody>
          <a:bodyPr/>
          <a:lstStyle>
            <a:lvl1pPr>
              <a:defRPr>
                <a:solidFill>
                  <a:schemeClr val="tx1">
                    <a:lumMod val="65000"/>
                    <a:lumOff val="35000"/>
                  </a:schemeClr>
                </a:solidFill>
              </a:defRPr>
            </a:lvl1pPr>
          </a:lstStyle>
          <a:p>
            <a:fld id="{B5CEABB6-07DC-46E8-9B57-56EC44A396E5}" type="slidenum">
              <a:rPr lang="en-US" smtClean="0"/>
              <a:pPr/>
              <a:t>‹#›</a:t>
            </a:fld>
            <a:endParaRPr lang="en-US" dirty="0"/>
          </a:p>
        </p:txBody>
      </p:sp>
      <p:sp>
        <p:nvSpPr>
          <p:cNvPr id="11" name="Text Placeholder 10">
            <a:extLst>
              <a:ext uri="{FF2B5EF4-FFF2-40B4-BE49-F238E27FC236}">
                <a16:creationId xmlns:a16="http://schemas.microsoft.com/office/drawing/2014/main" id="{9DD0C4E2-C56D-415A-A93E-7E5A3DD9BBEA}"/>
              </a:ext>
            </a:extLst>
          </p:cNvPr>
          <p:cNvSpPr>
            <a:spLocks noGrp="1"/>
          </p:cNvSpPr>
          <p:nvPr>
            <p:ph type="body" sz="quarter" idx="14" hasCustomPrompt="1"/>
          </p:nvPr>
        </p:nvSpPr>
        <p:spPr>
          <a:xfrm>
            <a:off x="914400" y="4333934"/>
            <a:ext cx="2286000" cy="548640"/>
          </a:xfrm>
        </p:spPr>
        <p:txBody>
          <a:bodyPr>
            <a:noAutofit/>
          </a:bodyPr>
          <a:lstStyle>
            <a:lvl1pPr marL="0" indent="0" algn="ctr">
              <a:buNone/>
              <a:defRPr sz="1800">
                <a:solidFill>
                  <a:schemeClr val="accent1"/>
                </a:solidFill>
                <a:latin typeface="+mj-lt"/>
              </a:defRPr>
            </a:lvl1pPr>
            <a:lvl2pPr marL="457200" indent="0">
              <a:buNone/>
              <a:defRPr sz="1800">
                <a:latin typeface="+mj-lt"/>
              </a:defRPr>
            </a:lvl2pPr>
            <a:lvl3pPr marL="914400" indent="0">
              <a:buNone/>
              <a:defRPr sz="1800">
                <a:latin typeface="+mj-lt"/>
              </a:defRPr>
            </a:lvl3pPr>
            <a:lvl4pPr marL="1371600" indent="0">
              <a:buNone/>
              <a:defRPr sz="1800">
                <a:latin typeface="+mj-lt"/>
              </a:defRPr>
            </a:lvl4pPr>
            <a:lvl5pPr marL="1828800" indent="0">
              <a:buNone/>
              <a:defRPr sz="1800">
                <a:latin typeface="+mj-lt"/>
              </a:defRPr>
            </a:lvl5pPr>
          </a:lstStyle>
          <a:p>
            <a:pPr lvl="0"/>
            <a:r>
              <a:rPr lang="en-US" dirty="0"/>
              <a:t>CLICK TO EDIT SUBTITLE</a:t>
            </a:r>
          </a:p>
        </p:txBody>
      </p:sp>
      <p:sp>
        <p:nvSpPr>
          <p:cNvPr id="13" name="Text Placeholder 12">
            <a:extLst>
              <a:ext uri="{FF2B5EF4-FFF2-40B4-BE49-F238E27FC236}">
                <a16:creationId xmlns:a16="http://schemas.microsoft.com/office/drawing/2014/main" id="{63466F58-8094-496E-8FA6-A2A07D706ECA}"/>
              </a:ext>
            </a:extLst>
          </p:cNvPr>
          <p:cNvSpPr>
            <a:spLocks noGrp="1"/>
          </p:cNvSpPr>
          <p:nvPr>
            <p:ph type="body" sz="quarter" idx="15" hasCustomPrompt="1"/>
          </p:nvPr>
        </p:nvSpPr>
        <p:spPr>
          <a:xfrm>
            <a:off x="914400" y="5235467"/>
            <a:ext cx="2286000" cy="731520"/>
          </a:xfrm>
        </p:spPr>
        <p:txBody>
          <a:bodyPr>
            <a:noAutofit/>
          </a:bodyPr>
          <a:lstStyle>
            <a:lvl1pPr marL="0" indent="0" algn="ctr">
              <a:lnSpc>
                <a:spcPts val="2000"/>
              </a:lnSpc>
              <a:spcBef>
                <a:spcPts val="0"/>
              </a:spcBef>
              <a:buNone/>
              <a:defRPr sz="1400">
                <a:solidFill>
                  <a:schemeClr val="tx1"/>
                </a:solidFill>
              </a:defRPr>
            </a:lvl1pPr>
            <a:lvl2pPr marL="457200" indent="0">
              <a:buNone/>
              <a:defRPr sz="1600"/>
            </a:lvl2pPr>
            <a:lvl3pPr marL="914400" indent="0">
              <a:buNone/>
              <a:defRPr sz="1600"/>
            </a:lvl3pPr>
            <a:lvl4pPr marL="1371600" indent="0">
              <a:buNone/>
              <a:defRPr sz="1600"/>
            </a:lvl4pPr>
            <a:lvl5pPr marL="1828800" indent="0">
              <a:buNone/>
              <a:defRPr sz="1600"/>
            </a:lvl5pPr>
          </a:lstStyle>
          <a:p>
            <a:pPr lvl="0"/>
            <a:r>
              <a:rPr lang="en-US" dirty="0"/>
              <a:t>Click to edit text</a:t>
            </a:r>
          </a:p>
        </p:txBody>
      </p:sp>
      <p:sp>
        <p:nvSpPr>
          <p:cNvPr id="7" name="Content Placeholder 6">
            <a:extLst>
              <a:ext uri="{FF2B5EF4-FFF2-40B4-BE49-F238E27FC236}">
                <a16:creationId xmlns:a16="http://schemas.microsoft.com/office/drawing/2014/main" id="{27ECF580-8E4E-43A8-957B-F86F1C61ADA4}"/>
              </a:ext>
            </a:extLst>
          </p:cNvPr>
          <p:cNvSpPr>
            <a:spLocks noGrp="1"/>
          </p:cNvSpPr>
          <p:nvPr>
            <p:ph sz="quarter" idx="22" hasCustomPrompt="1"/>
          </p:nvPr>
        </p:nvSpPr>
        <p:spPr>
          <a:xfrm>
            <a:off x="914400" y="2004810"/>
            <a:ext cx="2286000" cy="2171700"/>
          </a:xfrm>
        </p:spPr>
        <p:txBody>
          <a:bodyPr>
            <a:normAutofit/>
          </a:bodyPr>
          <a:lstStyle>
            <a:lvl1pPr marL="0" indent="0">
              <a:buNone/>
              <a:defRPr sz="1600"/>
            </a:lvl1pPr>
            <a:lvl2pPr marL="457200" indent="0">
              <a:buNone/>
              <a:defRPr sz="1600"/>
            </a:lvl2pPr>
            <a:lvl3pPr marL="914400" indent="0">
              <a:buNone/>
              <a:defRPr sz="1600"/>
            </a:lvl3pPr>
            <a:lvl4pPr marL="1371600" indent="0">
              <a:buNone/>
              <a:defRPr sz="1600"/>
            </a:lvl4pPr>
            <a:lvl5pPr marL="1828800" indent="0">
              <a:buNone/>
              <a:defRPr sz="1600"/>
            </a:lvl5pPr>
          </a:lstStyle>
          <a:p>
            <a:pPr lvl="0"/>
            <a:r>
              <a:rPr lang="en-US" dirty="0"/>
              <a:t>Click to edit text</a:t>
            </a:r>
          </a:p>
        </p:txBody>
      </p:sp>
      <p:sp>
        <p:nvSpPr>
          <p:cNvPr id="20" name="Text Placeholder 10">
            <a:extLst>
              <a:ext uri="{FF2B5EF4-FFF2-40B4-BE49-F238E27FC236}">
                <a16:creationId xmlns:a16="http://schemas.microsoft.com/office/drawing/2014/main" id="{58B05749-818D-4447-958A-FEF293220AE8}"/>
              </a:ext>
            </a:extLst>
          </p:cNvPr>
          <p:cNvSpPr>
            <a:spLocks noGrp="1"/>
          </p:cNvSpPr>
          <p:nvPr>
            <p:ph type="body" sz="quarter" idx="23" hasCustomPrompt="1"/>
          </p:nvPr>
        </p:nvSpPr>
        <p:spPr>
          <a:xfrm>
            <a:off x="3602736" y="4333934"/>
            <a:ext cx="2286000" cy="548640"/>
          </a:xfrm>
        </p:spPr>
        <p:txBody>
          <a:bodyPr>
            <a:noAutofit/>
          </a:bodyPr>
          <a:lstStyle>
            <a:lvl1pPr marL="0" indent="0" algn="ctr">
              <a:buNone/>
              <a:defRPr sz="1800">
                <a:solidFill>
                  <a:schemeClr val="accent1"/>
                </a:solidFill>
                <a:latin typeface="+mj-lt"/>
              </a:defRPr>
            </a:lvl1pPr>
            <a:lvl2pPr marL="457200" indent="0">
              <a:buNone/>
              <a:defRPr sz="1800">
                <a:latin typeface="+mj-lt"/>
              </a:defRPr>
            </a:lvl2pPr>
            <a:lvl3pPr marL="914400" indent="0">
              <a:buNone/>
              <a:defRPr sz="1800">
                <a:latin typeface="+mj-lt"/>
              </a:defRPr>
            </a:lvl3pPr>
            <a:lvl4pPr marL="1371600" indent="0">
              <a:buNone/>
              <a:defRPr sz="1800">
                <a:latin typeface="+mj-lt"/>
              </a:defRPr>
            </a:lvl4pPr>
            <a:lvl5pPr marL="1828800" indent="0">
              <a:buNone/>
              <a:defRPr sz="1800">
                <a:latin typeface="+mj-lt"/>
              </a:defRPr>
            </a:lvl5pPr>
          </a:lstStyle>
          <a:p>
            <a:pPr lvl="0"/>
            <a:r>
              <a:rPr lang="en-US" dirty="0"/>
              <a:t>CLICK TO EDIT SUBTITLE</a:t>
            </a:r>
          </a:p>
        </p:txBody>
      </p:sp>
      <p:sp>
        <p:nvSpPr>
          <p:cNvPr id="21" name="Text Placeholder 12">
            <a:extLst>
              <a:ext uri="{FF2B5EF4-FFF2-40B4-BE49-F238E27FC236}">
                <a16:creationId xmlns:a16="http://schemas.microsoft.com/office/drawing/2014/main" id="{7F20B9D5-25D9-47F8-A972-A75CCB164FD5}"/>
              </a:ext>
            </a:extLst>
          </p:cNvPr>
          <p:cNvSpPr>
            <a:spLocks noGrp="1"/>
          </p:cNvSpPr>
          <p:nvPr>
            <p:ph type="body" sz="quarter" idx="24" hasCustomPrompt="1"/>
          </p:nvPr>
        </p:nvSpPr>
        <p:spPr>
          <a:xfrm>
            <a:off x="3602736" y="5235467"/>
            <a:ext cx="2286000" cy="731520"/>
          </a:xfrm>
        </p:spPr>
        <p:txBody>
          <a:bodyPr>
            <a:noAutofit/>
          </a:bodyPr>
          <a:lstStyle>
            <a:lvl1pPr marL="0" indent="0" algn="ctr">
              <a:lnSpc>
                <a:spcPts val="2000"/>
              </a:lnSpc>
              <a:spcBef>
                <a:spcPts val="0"/>
              </a:spcBef>
              <a:buNone/>
              <a:defRPr sz="1400">
                <a:solidFill>
                  <a:schemeClr val="tx1"/>
                </a:solidFill>
              </a:defRPr>
            </a:lvl1pPr>
            <a:lvl2pPr marL="457200" indent="0">
              <a:buNone/>
              <a:defRPr sz="1600"/>
            </a:lvl2pPr>
            <a:lvl3pPr marL="914400" indent="0">
              <a:buNone/>
              <a:defRPr sz="1600"/>
            </a:lvl3pPr>
            <a:lvl4pPr marL="1371600" indent="0">
              <a:buNone/>
              <a:defRPr sz="1600"/>
            </a:lvl4pPr>
            <a:lvl5pPr marL="1828800" indent="0">
              <a:buNone/>
              <a:defRPr sz="1600"/>
            </a:lvl5pPr>
          </a:lstStyle>
          <a:p>
            <a:pPr lvl="0"/>
            <a:r>
              <a:rPr lang="en-US" dirty="0"/>
              <a:t>Click to edit text</a:t>
            </a:r>
          </a:p>
        </p:txBody>
      </p:sp>
      <p:sp>
        <p:nvSpPr>
          <p:cNvPr id="22" name="Content Placeholder 6">
            <a:extLst>
              <a:ext uri="{FF2B5EF4-FFF2-40B4-BE49-F238E27FC236}">
                <a16:creationId xmlns:a16="http://schemas.microsoft.com/office/drawing/2014/main" id="{41B075AD-BF48-4749-9202-8150B2107377}"/>
              </a:ext>
            </a:extLst>
          </p:cNvPr>
          <p:cNvSpPr>
            <a:spLocks noGrp="1"/>
          </p:cNvSpPr>
          <p:nvPr>
            <p:ph sz="quarter" idx="25" hasCustomPrompt="1"/>
          </p:nvPr>
        </p:nvSpPr>
        <p:spPr>
          <a:xfrm>
            <a:off x="3603626" y="2004810"/>
            <a:ext cx="2286000" cy="2171700"/>
          </a:xfrm>
        </p:spPr>
        <p:txBody>
          <a:bodyPr>
            <a:normAutofit/>
          </a:bodyPr>
          <a:lstStyle>
            <a:lvl1pPr marL="0" indent="0">
              <a:buNone/>
              <a:defRPr sz="1600"/>
            </a:lvl1pPr>
            <a:lvl2pPr marL="457200" indent="0">
              <a:buNone/>
              <a:defRPr sz="1600"/>
            </a:lvl2pPr>
            <a:lvl3pPr marL="914400" indent="0">
              <a:buNone/>
              <a:defRPr sz="1600"/>
            </a:lvl3pPr>
            <a:lvl4pPr marL="1371600" indent="0">
              <a:buNone/>
              <a:defRPr sz="1600"/>
            </a:lvl4pPr>
            <a:lvl5pPr marL="1828800" indent="0">
              <a:buNone/>
              <a:defRPr sz="1600"/>
            </a:lvl5pPr>
          </a:lstStyle>
          <a:p>
            <a:pPr lvl="0"/>
            <a:r>
              <a:rPr lang="en-US" dirty="0"/>
              <a:t>Click to edit text</a:t>
            </a:r>
          </a:p>
        </p:txBody>
      </p:sp>
      <p:sp>
        <p:nvSpPr>
          <p:cNvPr id="23" name="Text Placeholder 10">
            <a:extLst>
              <a:ext uri="{FF2B5EF4-FFF2-40B4-BE49-F238E27FC236}">
                <a16:creationId xmlns:a16="http://schemas.microsoft.com/office/drawing/2014/main" id="{95B953E6-3C98-4798-A4E9-1B1440A15A51}"/>
              </a:ext>
            </a:extLst>
          </p:cNvPr>
          <p:cNvSpPr>
            <a:spLocks noGrp="1"/>
          </p:cNvSpPr>
          <p:nvPr>
            <p:ph type="body" sz="quarter" idx="26" hasCustomPrompt="1"/>
          </p:nvPr>
        </p:nvSpPr>
        <p:spPr>
          <a:xfrm>
            <a:off x="8982077" y="4333934"/>
            <a:ext cx="2286000" cy="548640"/>
          </a:xfrm>
        </p:spPr>
        <p:txBody>
          <a:bodyPr>
            <a:noAutofit/>
          </a:bodyPr>
          <a:lstStyle>
            <a:lvl1pPr marL="0" indent="0" algn="ctr">
              <a:buNone/>
              <a:defRPr sz="1800">
                <a:solidFill>
                  <a:schemeClr val="accent1"/>
                </a:solidFill>
                <a:latin typeface="+mj-lt"/>
              </a:defRPr>
            </a:lvl1pPr>
            <a:lvl2pPr marL="457200" indent="0">
              <a:buNone/>
              <a:defRPr sz="1800">
                <a:latin typeface="+mj-lt"/>
              </a:defRPr>
            </a:lvl2pPr>
            <a:lvl3pPr marL="914400" indent="0">
              <a:buNone/>
              <a:defRPr sz="1800">
                <a:latin typeface="+mj-lt"/>
              </a:defRPr>
            </a:lvl3pPr>
            <a:lvl4pPr marL="1371600" indent="0">
              <a:buNone/>
              <a:defRPr sz="1800">
                <a:latin typeface="+mj-lt"/>
              </a:defRPr>
            </a:lvl4pPr>
            <a:lvl5pPr marL="1828800" indent="0">
              <a:buNone/>
              <a:defRPr sz="1800">
                <a:latin typeface="+mj-lt"/>
              </a:defRPr>
            </a:lvl5pPr>
          </a:lstStyle>
          <a:p>
            <a:pPr lvl="0"/>
            <a:r>
              <a:rPr lang="en-US" dirty="0"/>
              <a:t>CLICK TO EDIT SUBTITLE</a:t>
            </a:r>
          </a:p>
        </p:txBody>
      </p:sp>
      <p:sp>
        <p:nvSpPr>
          <p:cNvPr id="24" name="Text Placeholder 12">
            <a:extLst>
              <a:ext uri="{FF2B5EF4-FFF2-40B4-BE49-F238E27FC236}">
                <a16:creationId xmlns:a16="http://schemas.microsoft.com/office/drawing/2014/main" id="{65B3E813-F032-4E15-B3D8-B0B967E18400}"/>
              </a:ext>
            </a:extLst>
          </p:cNvPr>
          <p:cNvSpPr>
            <a:spLocks noGrp="1"/>
          </p:cNvSpPr>
          <p:nvPr>
            <p:ph type="body" sz="quarter" idx="27" hasCustomPrompt="1"/>
          </p:nvPr>
        </p:nvSpPr>
        <p:spPr>
          <a:xfrm>
            <a:off x="8982077" y="5235467"/>
            <a:ext cx="2286000" cy="731520"/>
          </a:xfrm>
        </p:spPr>
        <p:txBody>
          <a:bodyPr>
            <a:noAutofit/>
          </a:bodyPr>
          <a:lstStyle>
            <a:lvl1pPr marL="0" indent="0" algn="ctr">
              <a:lnSpc>
                <a:spcPts val="2000"/>
              </a:lnSpc>
              <a:spcBef>
                <a:spcPts val="0"/>
              </a:spcBef>
              <a:buNone/>
              <a:defRPr sz="1400">
                <a:solidFill>
                  <a:schemeClr val="tx1"/>
                </a:solidFill>
              </a:defRPr>
            </a:lvl1pPr>
            <a:lvl2pPr marL="457200" indent="0">
              <a:buNone/>
              <a:defRPr sz="1600"/>
            </a:lvl2pPr>
            <a:lvl3pPr marL="914400" indent="0">
              <a:buNone/>
              <a:defRPr sz="1600"/>
            </a:lvl3pPr>
            <a:lvl4pPr marL="1371600" indent="0">
              <a:buNone/>
              <a:defRPr sz="1600"/>
            </a:lvl4pPr>
            <a:lvl5pPr marL="1828800" indent="0">
              <a:buNone/>
              <a:defRPr sz="1600"/>
            </a:lvl5pPr>
          </a:lstStyle>
          <a:p>
            <a:pPr lvl="0"/>
            <a:r>
              <a:rPr lang="en-US" dirty="0"/>
              <a:t>Click to edit text</a:t>
            </a:r>
          </a:p>
        </p:txBody>
      </p:sp>
      <p:sp>
        <p:nvSpPr>
          <p:cNvPr id="25" name="Content Placeholder 6">
            <a:extLst>
              <a:ext uri="{FF2B5EF4-FFF2-40B4-BE49-F238E27FC236}">
                <a16:creationId xmlns:a16="http://schemas.microsoft.com/office/drawing/2014/main" id="{3A1AE7A9-C278-4553-BA87-9A37448FE965}"/>
              </a:ext>
            </a:extLst>
          </p:cNvPr>
          <p:cNvSpPr>
            <a:spLocks noGrp="1"/>
          </p:cNvSpPr>
          <p:nvPr>
            <p:ph sz="quarter" idx="28" hasCustomPrompt="1"/>
          </p:nvPr>
        </p:nvSpPr>
        <p:spPr>
          <a:xfrm>
            <a:off x="8982077" y="2004810"/>
            <a:ext cx="2286000" cy="2171700"/>
          </a:xfrm>
        </p:spPr>
        <p:txBody>
          <a:bodyPr>
            <a:normAutofit/>
          </a:bodyPr>
          <a:lstStyle>
            <a:lvl1pPr marL="0" indent="0">
              <a:buNone/>
              <a:defRPr sz="1600"/>
            </a:lvl1pPr>
            <a:lvl2pPr marL="457200" indent="0">
              <a:buNone/>
              <a:defRPr sz="1600"/>
            </a:lvl2pPr>
            <a:lvl3pPr marL="914400" indent="0">
              <a:buNone/>
              <a:defRPr sz="1600"/>
            </a:lvl3pPr>
            <a:lvl4pPr marL="1371600" indent="0">
              <a:buNone/>
              <a:defRPr sz="1600"/>
            </a:lvl4pPr>
            <a:lvl5pPr marL="1828800" indent="0">
              <a:buNone/>
              <a:defRPr sz="1600"/>
            </a:lvl5pPr>
          </a:lstStyle>
          <a:p>
            <a:pPr lvl="0"/>
            <a:r>
              <a:rPr lang="en-US" dirty="0"/>
              <a:t>Click to edit text</a:t>
            </a:r>
          </a:p>
        </p:txBody>
      </p:sp>
      <p:sp>
        <p:nvSpPr>
          <p:cNvPr id="26" name="Text Placeholder 10">
            <a:extLst>
              <a:ext uri="{FF2B5EF4-FFF2-40B4-BE49-F238E27FC236}">
                <a16:creationId xmlns:a16="http://schemas.microsoft.com/office/drawing/2014/main" id="{1408D2FA-A2B1-4447-8C50-0F16D70CE9D2}"/>
              </a:ext>
            </a:extLst>
          </p:cNvPr>
          <p:cNvSpPr>
            <a:spLocks noGrp="1"/>
          </p:cNvSpPr>
          <p:nvPr>
            <p:ph type="body" sz="quarter" idx="29" hasCustomPrompt="1"/>
          </p:nvPr>
        </p:nvSpPr>
        <p:spPr>
          <a:xfrm>
            <a:off x="6291072" y="4333934"/>
            <a:ext cx="2286000" cy="548640"/>
          </a:xfrm>
        </p:spPr>
        <p:txBody>
          <a:bodyPr>
            <a:noAutofit/>
          </a:bodyPr>
          <a:lstStyle>
            <a:lvl1pPr marL="0" indent="0" algn="ctr">
              <a:buNone/>
              <a:defRPr sz="1800">
                <a:solidFill>
                  <a:schemeClr val="accent1"/>
                </a:solidFill>
                <a:latin typeface="+mj-lt"/>
              </a:defRPr>
            </a:lvl1pPr>
            <a:lvl2pPr marL="457200" indent="0">
              <a:buNone/>
              <a:defRPr sz="1800">
                <a:latin typeface="+mj-lt"/>
              </a:defRPr>
            </a:lvl2pPr>
            <a:lvl3pPr marL="914400" indent="0">
              <a:buNone/>
              <a:defRPr sz="1800">
                <a:latin typeface="+mj-lt"/>
              </a:defRPr>
            </a:lvl3pPr>
            <a:lvl4pPr marL="1371600" indent="0">
              <a:buNone/>
              <a:defRPr sz="1800">
                <a:latin typeface="+mj-lt"/>
              </a:defRPr>
            </a:lvl4pPr>
            <a:lvl5pPr marL="1828800" indent="0">
              <a:buNone/>
              <a:defRPr sz="1800">
                <a:latin typeface="+mj-lt"/>
              </a:defRPr>
            </a:lvl5pPr>
          </a:lstStyle>
          <a:p>
            <a:pPr lvl="0"/>
            <a:r>
              <a:rPr lang="en-US" dirty="0"/>
              <a:t>CLICK TO EDIT SUBTITLE</a:t>
            </a:r>
          </a:p>
        </p:txBody>
      </p:sp>
      <p:sp>
        <p:nvSpPr>
          <p:cNvPr id="27" name="Text Placeholder 12">
            <a:extLst>
              <a:ext uri="{FF2B5EF4-FFF2-40B4-BE49-F238E27FC236}">
                <a16:creationId xmlns:a16="http://schemas.microsoft.com/office/drawing/2014/main" id="{68834F1C-0151-4D96-9804-08CAEEDB3495}"/>
              </a:ext>
            </a:extLst>
          </p:cNvPr>
          <p:cNvSpPr>
            <a:spLocks noGrp="1"/>
          </p:cNvSpPr>
          <p:nvPr>
            <p:ph type="body" sz="quarter" idx="30" hasCustomPrompt="1"/>
          </p:nvPr>
        </p:nvSpPr>
        <p:spPr>
          <a:xfrm>
            <a:off x="6291072" y="5235467"/>
            <a:ext cx="2286000" cy="731520"/>
          </a:xfrm>
        </p:spPr>
        <p:txBody>
          <a:bodyPr>
            <a:noAutofit/>
          </a:bodyPr>
          <a:lstStyle>
            <a:lvl1pPr marL="0" indent="0" algn="ctr">
              <a:lnSpc>
                <a:spcPts val="2000"/>
              </a:lnSpc>
              <a:spcBef>
                <a:spcPts val="0"/>
              </a:spcBef>
              <a:buNone/>
              <a:defRPr sz="1400">
                <a:solidFill>
                  <a:schemeClr val="tx1"/>
                </a:solidFill>
              </a:defRPr>
            </a:lvl1pPr>
            <a:lvl2pPr marL="457200" indent="0">
              <a:buNone/>
              <a:defRPr sz="1600"/>
            </a:lvl2pPr>
            <a:lvl3pPr marL="914400" indent="0">
              <a:buNone/>
              <a:defRPr sz="1600"/>
            </a:lvl3pPr>
            <a:lvl4pPr marL="1371600" indent="0">
              <a:buNone/>
              <a:defRPr sz="1600"/>
            </a:lvl4pPr>
            <a:lvl5pPr marL="1828800" indent="0">
              <a:buNone/>
              <a:defRPr sz="1600"/>
            </a:lvl5pPr>
          </a:lstStyle>
          <a:p>
            <a:pPr lvl="0"/>
            <a:r>
              <a:rPr lang="en-US" dirty="0"/>
              <a:t>Click to edit text</a:t>
            </a:r>
          </a:p>
        </p:txBody>
      </p:sp>
      <p:sp>
        <p:nvSpPr>
          <p:cNvPr id="28" name="Content Placeholder 6">
            <a:extLst>
              <a:ext uri="{FF2B5EF4-FFF2-40B4-BE49-F238E27FC236}">
                <a16:creationId xmlns:a16="http://schemas.microsoft.com/office/drawing/2014/main" id="{DB26BE5E-69FC-43BF-BD74-25B62546B252}"/>
              </a:ext>
            </a:extLst>
          </p:cNvPr>
          <p:cNvSpPr>
            <a:spLocks noGrp="1"/>
          </p:cNvSpPr>
          <p:nvPr>
            <p:ph sz="quarter" idx="31" hasCustomPrompt="1"/>
          </p:nvPr>
        </p:nvSpPr>
        <p:spPr>
          <a:xfrm>
            <a:off x="6292852" y="2004810"/>
            <a:ext cx="2286000" cy="2171700"/>
          </a:xfrm>
        </p:spPr>
        <p:txBody>
          <a:bodyPr>
            <a:normAutofit/>
          </a:bodyPr>
          <a:lstStyle>
            <a:lvl1pPr marL="0" indent="0">
              <a:buNone/>
              <a:defRPr sz="1600"/>
            </a:lvl1pPr>
            <a:lvl2pPr marL="457200" indent="0">
              <a:buNone/>
              <a:defRPr sz="1600"/>
            </a:lvl2pPr>
            <a:lvl3pPr marL="914400" indent="0">
              <a:buNone/>
              <a:defRPr sz="1600"/>
            </a:lvl3pPr>
            <a:lvl4pPr marL="1371600" indent="0">
              <a:buNone/>
              <a:defRPr sz="1600"/>
            </a:lvl4pPr>
            <a:lvl5pPr marL="1828800" indent="0">
              <a:buNone/>
              <a:defRPr sz="1600"/>
            </a:lvl5pPr>
          </a:lstStyle>
          <a:p>
            <a:pPr lvl="0"/>
            <a:r>
              <a:rPr lang="en-US" dirty="0"/>
              <a:t>Click to edit text</a:t>
            </a:r>
          </a:p>
        </p:txBody>
      </p:sp>
      <p:sp>
        <p:nvSpPr>
          <p:cNvPr id="29" name="Text Placeholder 12">
            <a:extLst>
              <a:ext uri="{FF2B5EF4-FFF2-40B4-BE49-F238E27FC236}">
                <a16:creationId xmlns:a16="http://schemas.microsoft.com/office/drawing/2014/main" id="{E9D71C6C-8090-42D9-AA7D-9D858A089829}"/>
              </a:ext>
            </a:extLst>
          </p:cNvPr>
          <p:cNvSpPr>
            <a:spLocks noGrp="1"/>
          </p:cNvSpPr>
          <p:nvPr>
            <p:ph type="body" sz="quarter" idx="32" hasCustomPrompt="1"/>
          </p:nvPr>
        </p:nvSpPr>
        <p:spPr>
          <a:xfrm>
            <a:off x="914400" y="4912335"/>
            <a:ext cx="2286000" cy="274320"/>
          </a:xfrm>
        </p:spPr>
        <p:txBody>
          <a:bodyPr>
            <a:noAutofit/>
          </a:bodyPr>
          <a:lstStyle>
            <a:lvl1pPr marL="0" indent="0" algn="ctr">
              <a:lnSpc>
                <a:spcPts val="2000"/>
              </a:lnSpc>
              <a:spcBef>
                <a:spcPts val="0"/>
              </a:spcBef>
              <a:buNone/>
              <a:defRPr sz="1600">
                <a:solidFill>
                  <a:schemeClr val="tx1"/>
                </a:solidFill>
              </a:defRPr>
            </a:lvl1pPr>
            <a:lvl2pPr marL="457200" indent="0">
              <a:buNone/>
              <a:defRPr sz="1600"/>
            </a:lvl2pPr>
            <a:lvl3pPr marL="914400" indent="0">
              <a:buNone/>
              <a:defRPr sz="1600"/>
            </a:lvl3pPr>
            <a:lvl4pPr marL="1371600" indent="0">
              <a:buNone/>
              <a:defRPr sz="1600"/>
            </a:lvl4pPr>
            <a:lvl5pPr marL="1828800" indent="0">
              <a:buNone/>
              <a:defRPr sz="1600"/>
            </a:lvl5pPr>
          </a:lstStyle>
          <a:p>
            <a:pPr lvl="0"/>
            <a:r>
              <a:rPr lang="en-US" dirty="0"/>
              <a:t>Click to edit text</a:t>
            </a:r>
          </a:p>
        </p:txBody>
      </p:sp>
      <p:sp>
        <p:nvSpPr>
          <p:cNvPr id="30" name="Text Placeholder 12">
            <a:extLst>
              <a:ext uri="{FF2B5EF4-FFF2-40B4-BE49-F238E27FC236}">
                <a16:creationId xmlns:a16="http://schemas.microsoft.com/office/drawing/2014/main" id="{ADBCB0A2-01FA-4A56-9187-2141478D277E}"/>
              </a:ext>
            </a:extLst>
          </p:cNvPr>
          <p:cNvSpPr>
            <a:spLocks noGrp="1"/>
          </p:cNvSpPr>
          <p:nvPr>
            <p:ph type="body" sz="quarter" idx="33" hasCustomPrompt="1"/>
          </p:nvPr>
        </p:nvSpPr>
        <p:spPr>
          <a:xfrm>
            <a:off x="3602736" y="4912335"/>
            <a:ext cx="2286000" cy="274320"/>
          </a:xfrm>
        </p:spPr>
        <p:txBody>
          <a:bodyPr>
            <a:noAutofit/>
          </a:bodyPr>
          <a:lstStyle>
            <a:lvl1pPr marL="0" indent="0" algn="ctr">
              <a:lnSpc>
                <a:spcPts val="2000"/>
              </a:lnSpc>
              <a:spcBef>
                <a:spcPts val="0"/>
              </a:spcBef>
              <a:buNone/>
              <a:defRPr sz="1600">
                <a:solidFill>
                  <a:schemeClr val="tx1"/>
                </a:solidFill>
              </a:defRPr>
            </a:lvl1pPr>
            <a:lvl2pPr marL="457200" indent="0">
              <a:buNone/>
              <a:defRPr sz="1600"/>
            </a:lvl2pPr>
            <a:lvl3pPr marL="914400" indent="0">
              <a:buNone/>
              <a:defRPr sz="1600"/>
            </a:lvl3pPr>
            <a:lvl4pPr marL="1371600" indent="0">
              <a:buNone/>
              <a:defRPr sz="1600"/>
            </a:lvl4pPr>
            <a:lvl5pPr marL="1828800" indent="0">
              <a:buNone/>
              <a:defRPr sz="1600"/>
            </a:lvl5pPr>
          </a:lstStyle>
          <a:p>
            <a:pPr lvl="0"/>
            <a:r>
              <a:rPr lang="en-US" dirty="0"/>
              <a:t>Click to edit text</a:t>
            </a:r>
          </a:p>
        </p:txBody>
      </p:sp>
      <p:sp>
        <p:nvSpPr>
          <p:cNvPr id="31" name="Text Placeholder 12">
            <a:extLst>
              <a:ext uri="{FF2B5EF4-FFF2-40B4-BE49-F238E27FC236}">
                <a16:creationId xmlns:a16="http://schemas.microsoft.com/office/drawing/2014/main" id="{A8DA037D-3115-4D06-B62B-8B2361C1B73D}"/>
              </a:ext>
            </a:extLst>
          </p:cNvPr>
          <p:cNvSpPr>
            <a:spLocks noGrp="1"/>
          </p:cNvSpPr>
          <p:nvPr>
            <p:ph type="body" sz="quarter" idx="34" hasCustomPrompt="1"/>
          </p:nvPr>
        </p:nvSpPr>
        <p:spPr>
          <a:xfrm>
            <a:off x="8982077" y="4912335"/>
            <a:ext cx="2286000" cy="274320"/>
          </a:xfrm>
        </p:spPr>
        <p:txBody>
          <a:bodyPr>
            <a:noAutofit/>
          </a:bodyPr>
          <a:lstStyle>
            <a:lvl1pPr marL="0" indent="0" algn="ctr">
              <a:lnSpc>
                <a:spcPts val="2000"/>
              </a:lnSpc>
              <a:spcBef>
                <a:spcPts val="0"/>
              </a:spcBef>
              <a:buNone/>
              <a:defRPr sz="1600">
                <a:solidFill>
                  <a:schemeClr val="tx1"/>
                </a:solidFill>
              </a:defRPr>
            </a:lvl1pPr>
            <a:lvl2pPr marL="457200" indent="0">
              <a:buNone/>
              <a:defRPr sz="1600"/>
            </a:lvl2pPr>
            <a:lvl3pPr marL="914400" indent="0">
              <a:buNone/>
              <a:defRPr sz="1600"/>
            </a:lvl3pPr>
            <a:lvl4pPr marL="1371600" indent="0">
              <a:buNone/>
              <a:defRPr sz="1600"/>
            </a:lvl4pPr>
            <a:lvl5pPr marL="1828800" indent="0">
              <a:buNone/>
              <a:defRPr sz="1600"/>
            </a:lvl5pPr>
          </a:lstStyle>
          <a:p>
            <a:pPr lvl="0"/>
            <a:r>
              <a:rPr lang="en-US" dirty="0"/>
              <a:t>Click to edit text</a:t>
            </a:r>
          </a:p>
        </p:txBody>
      </p:sp>
      <p:sp>
        <p:nvSpPr>
          <p:cNvPr id="32" name="Text Placeholder 12">
            <a:extLst>
              <a:ext uri="{FF2B5EF4-FFF2-40B4-BE49-F238E27FC236}">
                <a16:creationId xmlns:a16="http://schemas.microsoft.com/office/drawing/2014/main" id="{2CE21E27-DF2A-4809-8004-DBD3CB8C9D75}"/>
              </a:ext>
            </a:extLst>
          </p:cNvPr>
          <p:cNvSpPr>
            <a:spLocks noGrp="1"/>
          </p:cNvSpPr>
          <p:nvPr>
            <p:ph type="body" sz="quarter" idx="35" hasCustomPrompt="1"/>
          </p:nvPr>
        </p:nvSpPr>
        <p:spPr>
          <a:xfrm>
            <a:off x="6291072" y="4912335"/>
            <a:ext cx="2286000" cy="274320"/>
          </a:xfrm>
        </p:spPr>
        <p:txBody>
          <a:bodyPr>
            <a:noAutofit/>
          </a:bodyPr>
          <a:lstStyle>
            <a:lvl1pPr marL="0" indent="0" algn="ctr">
              <a:lnSpc>
                <a:spcPts val="2000"/>
              </a:lnSpc>
              <a:spcBef>
                <a:spcPts val="0"/>
              </a:spcBef>
              <a:buNone/>
              <a:defRPr sz="1600">
                <a:solidFill>
                  <a:schemeClr val="tx1"/>
                </a:solidFill>
              </a:defRPr>
            </a:lvl1pPr>
            <a:lvl2pPr marL="457200" indent="0">
              <a:buNone/>
              <a:defRPr sz="1600"/>
            </a:lvl2pPr>
            <a:lvl3pPr marL="914400" indent="0">
              <a:buNone/>
              <a:defRPr sz="1600"/>
            </a:lvl3pPr>
            <a:lvl4pPr marL="1371600" indent="0">
              <a:buNone/>
              <a:defRPr sz="1600"/>
            </a:lvl4pPr>
            <a:lvl5pPr marL="1828800" indent="0">
              <a:buNone/>
              <a:defRPr sz="1600"/>
            </a:lvl5pPr>
          </a:lstStyle>
          <a:p>
            <a:pPr lvl="0"/>
            <a:r>
              <a:rPr lang="en-US" dirty="0"/>
              <a:t>Click to edit text</a:t>
            </a:r>
          </a:p>
        </p:txBody>
      </p:sp>
    </p:spTree>
    <p:extLst>
      <p:ext uri="{BB962C8B-B14F-4D97-AF65-F5344CB8AC3E}">
        <p14:creationId xmlns:p14="http://schemas.microsoft.com/office/powerpoint/2010/main" val="1628668314"/>
      </p:ext>
    </p:extLst>
  </p:cSld>
  <p:clrMapOvr>
    <a:masterClrMapping/>
  </p:clrMapOvr>
  <p:extLst>
    <p:ext uri="{DCECCB84-F9BA-43D5-87BE-67443E8EF086}">
      <p15:sldGuideLst xmlns:p15="http://schemas.microsoft.com/office/powerpoint/2012/main">
        <p15:guide id="1" orient="horz" pos="912" userDrawn="1">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Summary">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0F1B0119-8B53-4329-89FD-7688250A12F9}"/>
              </a:ext>
            </a:extLst>
          </p:cNvPr>
          <p:cNvSpPr>
            <a:spLocks noGrp="1"/>
          </p:cNvSpPr>
          <p:nvPr>
            <p:ph type="pic" sz="quarter" idx="13"/>
          </p:nvPr>
        </p:nvSpPr>
        <p:spPr>
          <a:xfrm>
            <a:off x="458724" y="481369"/>
            <a:ext cx="11274552" cy="2743200"/>
          </a:xfrm>
          <a:custGeom>
            <a:avLst/>
            <a:gdLst>
              <a:gd name="connsiteX0" fmla="*/ 0 w 11274552"/>
              <a:gd name="connsiteY0" fmla="*/ 0 h 2743200"/>
              <a:gd name="connsiteX1" fmla="*/ 11274552 w 11274552"/>
              <a:gd name="connsiteY1" fmla="*/ 0 h 2743200"/>
              <a:gd name="connsiteX2" fmla="*/ 11274552 w 11274552"/>
              <a:gd name="connsiteY2" fmla="*/ 2743200 h 2743200"/>
              <a:gd name="connsiteX3" fmla="*/ 5730217 w 11274552"/>
              <a:gd name="connsiteY3" fmla="*/ 2743200 h 2743200"/>
              <a:gd name="connsiteX4" fmla="*/ 5730217 w 11274552"/>
              <a:gd name="connsiteY4" fmla="*/ 1118831 h 2743200"/>
              <a:gd name="connsiteX5" fmla="*/ 5522399 w 11274552"/>
              <a:gd name="connsiteY5" fmla="*/ 1118831 h 2743200"/>
              <a:gd name="connsiteX6" fmla="*/ 5522399 w 11274552"/>
              <a:gd name="connsiteY6" fmla="*/ 2743200 h 2743200"/>
              <a:gd name="connsiteX7" fmla="*/ 0 w 11274552"/>
              <a:gd name="connsiteY7" fmla="*/ 2743200 h 2743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274552" h="2743200">
                <a:moveTo>
                  <a:pt x="0" y="0"/>
                </a:moveTo>
                <a:lnTo>
                  <a:pt x="11274552" y="0"/>
                </a:lnTo>
                <a:lnTo>
                  <a:pt x="11274552" y="2743200"/>
                </a:lnTo>
                <a:lnTo>
                  <a:pt x="5730217" y="2743200"/>
                </a:lnTo>
                <a:lnTo>
                  <a:pt x="5730217" y="1118831"/>
                </a:lnTo>
                <a:lnTo>
                  <a:pt x="5522399" y="1118831"/>
                </a:lnTo>
                <a:lnTo>
                  <a:pt x="5522399" y="2743200"/>
                </a:lnTo>
                <a:lnTo>
                  <a:pt x="0" y="2743200"/>
                </a:lnTo>
                <a:close/>
              </a:path>
            </a:pathLst>
          </a:custGeom>
          <a:solidFill>
            <a:schemeClr val="accent6">
              <a:lumMod val="20000"/>
              <a:lumOff val="80000"/>
            </a:schemeClr>
          </a:solidFill>
        </p:spPr>
        <p:txBody>
          <a:bodyPr wrap="square">
            <a:noAutofit/>
          </a:bodyPr>
          <a:lstStyle/>
          <a:p>
            <a:r>
              <a:rPr lang="en-US"/>
              <a:t>Click icon to add picture</a:t>
            </a:r>
            <a:endParaRPr lang="en-US" dirty="0"/>
          </a:p>
        </p:txBody>
      </p:sp>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841248" y="3592386"/>
            <a:ext cx="4572000" cy="1325563"/>
          </a:xfrm>
        </p:spPr>
        <p:txBody>
          <a:bodyPr anchor="t" anchorCtr="0"/>
          <a:lstStyle>
            <a:lvl1pPr>
              <a:defRPr>
                <a:solidFill>
                  <a:schemeClr val="tx1"/>
                </a:solidFill>
              </a:defRPr>
            </a:lvl1pPr>
          </a:lstStyle>
          <a:p>
            <a:r>
              <a:rPr lang="en-US" dirty="0"/>
              <a:t>CLICK TO EDIT TITLE</a:t>
            </a:r>
          </a:p>
        </p:txBody>
      </p:sp>
      <p:sp>
        <p:nvSpPr>
          <p:cNvPr id="4" name="Date Placeholder 3">
            <a:extLst>
              <a:ext uri="{FF2B5EF4-FFF2-40B4-BE49-F238E27FC236}">
                <a16:creationId xmlns:a16="http://schemas.microsoft.com/office/drawing/2014/main" id="{3EDAC16E-5725-4AC1-AB85-871F25D26688}"/>
              </a:ext>
            </a:extLst>
          </p:cNvPr>
          <p:cNvSpPr>
            <a:spLocks noGrp="1"/>
          </p:cNvSpPr>
          <p:nvPr>
            <p:ph type="dt" sz="half" idx="10"/>
          </p:nvPr>
        </p:nvSpPr>
        <p:spPr/>
        <p:txBody>
          <a:bodyPr/>
          <a:lstStyle>
            <a:lvl1pPr>
              <a:defRPr>
                <a:solidFill>
                  <a:schemeClr val="tx1">
                    <a:lumMod val="65000"/>
                    <a:lumOff val="35000"/>
                  </a:schemeClr>
                </a:solidFill>
              </a:defRPr>
            </a:lvl1pPr>
          </a:lstStyle>
          <a:p>
            <a:r>
              <a:rPr lang="en-US" dirty="0"/>
              <a:t>7/14/20XX</a:t>
            </a:r>
          </a:p>
        </p:txBody>
      </p:sp>
      <p:sp>
        <p:nvSpPr>
          <p:cNvPr id="5" name="Footer Placeholder 4">
            <a:extLst>
              <a:ext uri="{FF2B5EF4-FFF2-40B4-BE49-F238E27FC236}">
                <a16:creationId xmlns:a16="http://schemas.microsoft.com/office/drawing/2014/main" id="{FD10B5D8-71E9-48DC-A04C-559359603CB0}"/>
              </a:ext>
            </a:extLst>
          </p:cNvPr>
          <p:cNvSpPr>
            <a:spLocks noGrp="1"/>
          </p:cNvSpPr>
          <p:nvPr>
            <p:ph type="ftr" sz="quarter" idx="11"/>
          </p:nvPr>
        </p:nvSpPr>
        <p:spPr/>
        <p:txBody>
          <a:bodyPr/>
          <a:lstStyle>
            <a:lvl1pPr>
              <a:defRPr>
                <a:solidFill>
                  <a:schemeClr val="tx1">
                    <a:lumMod val="65000"/>
                    <a:lumOff val="35000"/>
                  </a:schemeClr>
                </a:solidFill>
              </a:defRPr>
            </a:lvl1pPr>
          </a:lstStyle>
          <a:p>
            <a:r>
              <a:rPr lang="en-US" dirty="0"/>
              <a:t>Pitch deck title</a:t>
            </a:r>
          </a:p>
        </p:txBody>
      </p:sp>
      <p:sp>
        <p:nvSpPr>
          <p:cNvPr id="15" name="Text Placeholder 12">
            <a:extLst>
              <a:ext uri="{FF2B5EF4-FFF2-40B4-BE49-F238E27FC236}">
                <a16:creationId xmlns:a16="http://schemas.microsoft.com/office/drawing/2014/main" id="{FEDD6309-46B2-4D7D-A1E2-8F04609BF7B3}"/>
              </a:ext>
            </a:extLst>
          </p:cNvPr>
          <p:cNvSpPr>
            <a:spLocks noGrp="1"/>
          </p:cNvSpPr>
          <p:nvPr>
            <p:ph type="body" sz="quarter" idx="17" hasCustomPrompt="1"/>
          </p:nvPr>
        </p:nvSpPr>
        <p:spPr>
          <a:xfrm>
            <a:off x="6489391" y="3546349"/>
            <a:ext cx="5248656" cy="1920240"/>
          </a:xfrm>
        </p:spPr>
        <p:txBody>
          <a:bodyPr>
            <a:noAutofit/>
          </a:bodyPr>
          <a:lstStyle>
            <a:lvl1pPr marL="0" indent="0">
              <a:lnSpc>
                <a:spcPts val="2000"/>
              </a:lnSpc>
              <a:spcBef>
                <a:spcPts val="0"/>
              </a:spcBef>
              <a:buNone/>
              <a:defRPr sz="1400">
                <a:solidFill>
                  <a:schemeClr val="tx1"/>
                </a:solidFill>
              </a:defRPr>
            </a:lvl1pPr>
            <a:lvl2pPr marL="457200" indent="0">
              <a:buNone/>
              <a:defRPr sz="1600"/>
            </a:lvl2pPr>
            <a:lvl3pPr marL="914400" indent="0">
              <a:buNone/>
              <a:defRPr sz="1600"/>
            </a:lvl3pPr>
            <a:lvl4pPr marL="1371600" indent="0">
              <a:buNone/>
              <a:defRPr sz="1600"/>
            </a:lvl4pPr>
            <a:lvl5pPr marL="1828800" indent="0">
              <a:buNone/>
              <a:defRPr sz="1600"/>
            </a:lvl5pPr>
          </a:lstStyle>
          <a:p>
            <a:pPr lvl="0"/>
            <a:r>
              <a:rPr lang="en-US" dirty="0"/>
              <a:t>Click to edit text</a:t>
            </a:r>
          </a:p>
        </p:txBody>
      </p:sp>
      <p:sp>
        <p:nvSpPr>
          <p:cNvPr id="11" name="Rectangle 10">
            <a:extLst>
              <a:ext uri="{FF2B5EF4-FFF2-40B4-BE49-F238E27FC236}">
                <a16:creationId xmlns:a16="http://schemas.microsoft.com/office/drawing/2014/main" id="{95C8E637-78B0-4855-A6B1-C2DE56F3644F}"/>
              </a:ext>
              <a:ext uri="{C183D7F6-B498-43B3-948B-1728B52AA6E4}">
                <adec:decorative xmlns:adec="http://schemas.microsoft.com/office/drawing/2017/decorative" val="1"/>
              </a:ext>
            </a:extLst>
          </p:cNvPr>
          <p:cNvSpPr/>
          <p:nvPr userDrawn="1"/>
        </p:nvSpPr>
        <p:spPr>
          <a:xfrm>
            <a:off x="5981123" y="1600200"/>
            <a:ext cx="207818" cy="34671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Text Placeholder 12">
            <a:extLst>
              <a:ext uri="{FF2B5EF4-FFF2-40B4-BE49-F238E27FC236}">
                <a16:creationId xmlns:a16="http://schemas.microsoft.com/office/drawing/2014/main" id="{89A89CDF-EE53-4D5A-BA2F-B21F454E10AE}"/>
              </a:ext>
            </a:extLst>
          </p:cNvPr>
          <p:cNvSpPr>
            <a:spLocks noGrp="1"/>
          </p:cNvSpPr>
          <p:nvPr>
            <p:ph type="body" sz="quarter" idx="14" hasCustomPrompt="1"/>
          </p:nvPr>
        </p:nvSpPr>
        <p:spPr>
          <a:xfrm>
            <a:off x="5239512" y="5503164"/>
            <a:ext cx="6958584" cy="1371600"/>
          </a:xfrm>
        </p:spPr>
        <p:txBody>
          <a:bodyPr vert="horz" bIns="0" anchor="t">
            <a:noAutofit/>
          </a:bodyPr>
          <a:lstStyle>
            <a:lvl1pPr marL="0" indent="0" algn="r">
              <a:lnSpc>
                <a:spcPct val="100000"/>
              </a:lnSpc>
              <a:spcBef>
                <a:spcPts val="0"/>
              </a:spcBef>
              <a:buNone/>
              <a:defRPr sz="11000" cap="all" baseline="0">
                <a:solidFill>
                  <a:schemeClr val="bg1">
                    <a:lumMod val="95000"/>
                  </a:schemeClr>
                </a:solidFill>
                <a:latin typeface="Source Sans Pro ExtraLight" panose="020B0303030403020204" pitchFamily="34" charset="0"/>
                <a:ea typeface="Source Sans Pro ExtraLight" panose="020B0303030403020204" pitchFamily="34" charset="0"/>
              </a:defRPr>
            </a:lvl1pPr>
          </a:lstStyle>
          <a:p>
            <a:pPr lvl="0"/>
            <a:r>
              <a:rPr lang="en-US" dirty="0"/>
              <a:t>Summary</a:t>
            </a:r>
          </a:p>
        </p:txBody>
      </p:sp>
    </p:spTree>
    <p:extLst>
      <p:ext uri="{BB962C8B-B14F-4D97-AF65-F5344CB8AC3E}">
        <p14:creationId xmlns:p14="http://schemas.microsoft.com/office/powerpoint/2010/main" val="4266790934"/>
      </p:ext>
    </p:extLst>
  </p:cSld>
  <p:clrMapOvr>
    <a:masterClrMapping/>
  </p:clrMapOvr>
  <p:extLst>
    <p:ext uri="{DCECCB84-F9BA-43D5-87BE-67443E8EF086}">
      <p15:sldGuideLst xmlns:p15="http://schemas.microsoft.com/office/powerpoint/2012/main">
        <p15:guide id="1" orient="horz" pos="912" userDrawn="1">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hank you">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84ED48F4-DBCF-44E9-BDD6-E6E63CAB7350}"/>
              </a:ext>
            </a:extLst>
          </p:cNvPr>
          <p:cNvSpPr>
            <a:spLocks noGrp="1"/>
          </p:cNvSpPr>
          <p:nvPr>
            <p:ph type="pic" sz="quarter" idx="13"/>
          </p:nvPr>
        </p:nvSpPr>
        <p:spPr>
          <a:xfrm>
            <a:off x="1524" y="0"/>
            <a:ext cx="12188952" cy="6858000"/>
          </a:xfrm>
          <a:custGeom>
            <a:avLst/>
            <a:gdLst>
              <a:gd name="connsiteX0" fmla="*/ 0 w 12188952"/>
              <a:gd name="connsiteY0" fmla="*/ 0 h 6858000"/>
              <a:gd name="connsiteX1" fmla="*/ 12188952 w 12188952"/>
              <a:gd name="connsiteY1" fmla="*/ 0 h 6858000"/>
              <a:gd name="connsiteX2" fmla="*/ 12188952 w 12188952"/>
              <a:gd name="connsiteY2" fmla="*/ 3423562 h 6858000"/>
              <a:gd name="connsiteX3" fmla="*/ 7502172 w 12188952"/>
              <a:gd name="connsiteY3" fmla="*/ 3423562 h 6858000"/>
              <a:gd name="connsiteX4" fmla="*/ 7502172 w 12188952"/>
              <a:gd name="connsiteY4" fmla="*/ 3652162 h 6858000"/>
              <a:gd name="connsiteX5" fmla="*/ 12188952 w 12188952"/>
              <a:gd name="connsiteY5" fmla="*/ 3652162 h 6858000"/>
              <a:gd name="connsiteX6" fmla="*/ 12188952 w 12188952"/>
              <a:gd name="connsiteY6" fmla="*/ 6858000 h 6858000"/>
              <a:gd name="connsiteX7" fmla="*/ 0 w 12188952"/>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88952" h="6858000">
                <a:moveTo>
                  <a:pt x="0" y="0"/>
                </a:moveTo>
                <a:lnTo>
                  <a:pt x="12188952" y="0"/>
                </a:lnTo>
                <a:lnTo>
                  <a:pt x="12188952" y="3423562"/>
                </a:lnTo>
                <a:lnTo>
                  <a:pt x="7502172" y="3423562"/>
                </a:lnTo>
                <a:lnTo>
                  <a:pt x="7502172" y="3652162"/>
                </a:lnTo>
                <a:lnTo>
                  <a:pt x="12188952" y="3652162"/>
                </a:lnTo>
                <a:lnTo>
                  <a:pt x="12188952" y="6858000"/>
                </a:lnTo>
                <a:lnTo>
                  <a:pt x="0" y="6858000"/>
                </a:lnTo>
                <a:close/>
              </a:path>
            </a:pathLst>
          </a:custGeom>
          <a:solidFill>
            <a:schemeClr val="accent6">
              <a:lumMod val="20000"/>
              <a:lumOff val="80000"/>
            </a:schemeClr>
          </a:solidFill>
        </p:spPr>
        <p:txBody>
          <a:bodyPr wrap="square">
            <a:noAutofit/>
          </a:bodyPr>
          <a:lstStyle/>
          <a:p>
            <a:r>
              <a:rPr lang="en-US"/>
              <a:t>Click icon to add picture</a:t>
            </a:r>
            <a:endParaRPr lang="en-US" dirty="0"/>
          </a:p>
        </p:txBody>
      </p:sp>
      <p:sp>
        <p:nvSpPr>
          <p:cNvPr id="4" name="Date Placeholder 3">
            <a:extLst>
              <a:ext uri="{FF2B5EF4-FFF2-40B4-BE49-F238E27FC236}">
                <a16:creationId xmlns:a16="http://schemas.microsoft.com/office/drawing/2014/main" id="{3EDAC16E-5725-4AC1-AB85-871F25D26688}"/>
              </a:ext>
            </a:extLst>
          </p:cNvPr>
          <p:cNvSpPr>
            <a:spLocks noGrp="1"/>
          </p:cNvSpPr>
          <p:nvPr>
            <p:ph type="dt" sz="half" idx="10"/>
          </p:nvPr>
        </p:nvSpPr>
        <p:spPr/>
        <p:txBody>
          <a:bodyPr/>
          <a:lstStyle>
            <a:lvl1pPr>
              <a:defRPr>
                <a:solidFill>
                  <a:schemeClr val="bg1"/>
                </a:solidFill>
              </a:defRPr>
            </a:lvl1pPr>
          </a:lstStyle>
          <a:p>
            <a:r>
              <a:rPr lang="en-US" dirty="0"/>
              <a:t>7/14/20XX</a:t>
            </a:r>
          </a:p>
        </p:txBody>
      </p:sp>
      <p:sp>
        <p:nvSpPr>
          <p:cNvPr id="5" name="Footer Placeholder 4">
            <a:extLst>
              <a:ext uri="{FF2B5EF4-FFF2-40B4-BE49-F238E27FC236}">
                <a16:creationId xmlns:a16="http://schemas.microsoft.com/office/drawing/2014/main" id="{FD10B5D8-71E9-48DC-A04C-559359603CB0}"/>
              </a:ext>
            </a:extLst>
          </p:cNvPr>
          <p:cNvSpPr>
            <a:spLocks noGrp="1"/>
          </p:cNvSpPr>
          <p:nvPr>
            <p:ph type="ftr" sz="quarter" idx="11"/>
          </p:nvPr>
        </p:nvSpPr>
        <p:spPr/>
        <p:txBody>
          <a:bodyPr/>
          <a:lstStyle>
            <a:lvl1pPr>
              <a:defRPr>
                <a:solidFill>
                  <a:schemeClr val="bg1"/>
                </a:solidFill>
              </a:defRPr>
            </a:lvl1pPr>
          </a:lstStyle>
          <a:p>
            <a:r>
              <a:rPr lang="en-US" dirty="0"/>
              <a:t>Pitch deck title</a:t>
            </a:r>
          </a:p>
        </p:txBody>
      </p:sp>
      <p:sp>
        <p:nvSpPr>
          <p:cNvPr id="6" name="Slide Number Placeholder 5">
            <a:extLst>
              <a:ext uri="{FF2B5EF4-FFF2-40B4-BE49-F238E27FC236}">
                <a16:creationId xmlns:a16="http://schemas.microsoft.com/office/drawing/2014/main" id="{A0FDD81F-9379-48E6-9B14-83486F920A39}"/>
              </a:ext>
            </a:extLst>
          </p:cNvPr>
          <p:cNvSpPr>
            <a:spLocks noGrp="1"/>
          </p:cNvSpPr>
          <p:nvPr>
            <p:ph type="sldNum" sz="quarter" idx="12"/>
          </p:nvPr>
        </p:nvSpPr>
        <p:spPr/>
        <p:txBody>
          <a:bodyPr/>
          <a:lstStyle>
            <a:lvl1pPr>
              <a:defRPr>
                <a:solidFill>
                  <a:schemeClr val="bg1"/>
                </a:solidFill>
              </a:defRPr>
            </a:lvl1pPr>
          </a:lstStyle>
          <a:p>
            <a:fld id="{B5CEABB6-07DC-46E8-9B57-56EC44A396E5}" type="slidenum">
              <a:rPr lang="en-US" smtClean="0"/>
              <a:pPr/>
              <a:t>‹#›</a:t>
            </a:fld>
            <a:endParaRPr lang="en-US" dirty="0"/>
          </a:p>
        </p:txBody>
      </p:sp>
      <p:sp>
        <p:nvSpPr>
          <p:cNvPr id="9" name="Content Placeholder 2">
            <a:extLst>
              <a:ext uri="{FF2B5EF4-FFF2-40B4-BE49-F238E27FC236}">
                <a16:creationId xmlns:a16="http://schemas.microsoft.com/office/drawing/2014/main" id="{77D5655F-601C-49CF-925B-4467144804D6}"/>
              </a:ext>
            </a:extLst>
          </p:cNvPr>
          <p:cNvSpPr>
            <a:spLocks noGrp="1"/>
          </p:cNvSpPr>
          <p:nvPr>
            <p:ph idx="14" hasCustomPrompt="1"/>
          </p:nvPr>
        </p:nvSpPr>
        <p:spPr>
          <a:xfrm>
            <a:off x="7467603" y="4681728"/>
            <a:ext cx="3838731" cy="1645920"/>
          </a:xfrm>
        </p:spPr>
        <p:txBody>
          <a:bodyPr>
            <a:normAutofit/>
          </a:bodyPr>
          <a:lstStyle>
            <a:lvl1pPr marL="0" indent="0">
              <a:lnSpc>
                <a:spcPct val="100000"/>
              </a:lnSpc>
              <a:buNone/>
              <a:defRPr sz="1400">
                <a:solidFill>
                  <a:schemeClr val="bg1"/>
                </a:solidFill>
              </a:defRPr>
            </a:lvl1pPr>
            <a:lvl2pPr marL="457200" indent="0">
              <a:lnSpc>
                <a:spcPct val="100000"/>
              </a:lnSpc>
              <a:buNone/>
              <a:defRPr sz="1600"/>
            </a:lvl2pPr>
            <a:lvl3pPr marL="914400" indent="0">
              <a:lnSpc>
                <a:spcPct val="100000"/>
              </a:lnSpc>
              <a:buNone/>
              <a:defRPr sz="1600"/>
            </a:lvl3pPr>
            <a:lvl4pPr marL="1371600" indent="0">
              <a:lnSpc>
                <a:spcPct val="100000"/>
              </a:lnSpc>
              <a:buNone/>
              <a:defRPr sz="1600"/>
            </a:lvl4pPr>
            <a:lvl5pPr marL="1828800" indent="0">
              <a:lnSpc>
                <a:spcPct val="100000"/>
              </a:lnSpc>
              <a:buNone/>
              <a:defRPr sz="1600"/>
            </a:lvl5pPr>
          </a:lstStyle>
          <a:p>
            <a:pPr lvl="0"/>
            <a:r>
              <a:rPr lang="en-US" dirty="0"/>
              <a:t>Click to edit text</a:t>
            </a:r>
          </a:p>
        </p:txBody>
      </p:sp>
      <p:sp>
        <p:nvSpPr>
          <p:cNvPr id="12" name="Rectangle 11">
            <a:extLst>
              <a:ext uri="{FF2B5EF4-FFF2-40B4-BE49-F238E27FC236}">
                <a16:creationId xmlns:a16="http://schemas.microsoft.com/office/drawing/2014/main" id="{53A4EE02-E082-4906-9F26-21DA131BE270}"/>
              </a:ext>
              <a:ext uri="{C183D7F6-B498-43B3-948B-1728B52AA6E4}">
                <adec:decorative xmlns:adec="http://schemas.microsoft.com/office/drawing/2017/decorative" val="1"/>
              </a:ext>
            </a:extLst>
          </p:cNvPr>
          <p:cNvSpPr/>
          <p:nvPr userDrawn="1"/>
        </p:nvSpPr>
        <p:spPr>
          <a:xfrm>
            <a:off x="7503696" y="3423562"/>
            <a:ext cx="4686780" cy="2286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CD49F40A-2F72-4059-80C0-FD3038B0C3D5}"/>
              </a:ext>
            </a:extLst>
          </p:cNvPr>
          <p:cNvSpPr>
            <a:spLocks noGrp="1"/>
          </p:cNvSpPr>
          <p:nvPr>
            <p:ph type="title"/>
          </p:nvPr>
        </p:nvSpPr>
        <p:spPr>
          <a:xfrm>
            <a:off x="7465854" y="3941064"/>
            <a:ext cx="3840480" cy="640080"/>
          </a:xfrm>
        </p:spPr>
        <p:txBody>
          <a:bodyPr anchor="t"/>
          <a:lstStyle>
            <a:lvl1pPr>
              <a:spcBef>
                <a:spcPts val="1000"/>
              </a:spcBef>
              <a:defRPr cap="all" baseline="0">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183176545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ACA106-0FC3-4FE9-9338-4AC3D15608E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2BF6510-D603-481E-B685-9095150A289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A743757-ABC3-44BF-87D3-5E323E9B00D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3A79566-C1F8-443D-A135-C668898477AE}"/>
              </a:ext>
            </a:extLst>
          </p:cNvPr>
          <p:cNvSpPr>
            <a:spLocks noGrp="1"/>
          </p:cNvSpPr>
          <p:nvPr>
            <p:ph type="dt" sz="half" idx="10"/>
          </p:nvPr>
        </p:nvSpPr>
        <p:spPr/>
        <p:txBody>
          <a:bodyPr/>
          <a:lstStyle/>
          <a:p>
            <a:r>
              <a:rPr lang="en-US" dirty="0"/>
              <a:t>7/14/20XX</a:t>
            </a:r>
          </a:p>
        </p:txBody>
      </p:sp>
      <p:sp>
        <p:nvSpPr>
          <p:cNvPr id="6" name="Footer Placeholder 5">
            <a:extLst>
              <a:ext uri="{FF2B5EF4-FFF2-40B4-BE49-F238E27FC236}">
                <a16:creationId xmlns:a16="http://schemas.microsoft.com/office/drawing/2014/main" id="{035CF363-F733-460B-9E71-BF70442AC396}"/>
              </a:ext>
            </a:extLst>
          </p:cNvPr>
          <p:cNvSpPr>
            <a:spLocks noGrp="1"/>
          </p:cNvSpPr>
          <p:nvPr>
            <p:ph type="ftr" sz="quarter" idx="11"/>
          </p:nvPr>
        </p:nvSpPr>
        <p:spPr/>
        <p:txBody>
          <a:bodyPr/>
          <a:lstStyle/>
          <a:p>
            <a:r>
              <a:rPr lang="en-US" dirty="0"/>
              <a:t>Pitch deck title</a:t>
            </a:r>
          </a:p>
        </p:txBody>
      </p:sp>
      <p:sp>
        <p:nvSpPr>
          <p:cNvPr id="7" name="Slide Number Placeholder 6">
            <a:extLst>
              <a:ext uri="{FF2B5EF4-FFF2-40B4-BE49-F238E27FC236}">
                <a16:creationId xmlns:a16="http://schemas.microsoft.com/office/drawing/2014/main" id="{A3B0FA47-58F4-4B95-AD52-4EFE7977ACEC}"/>
              </a:ext>
            </a:extLst>
          </p:cNvPr>
          <p:cNvSpPr>
            <a:spLocks noGrp="1"/>
          </p:cNvSpPr>
          <p:nvPr>
            <p:ph type="sldNum" sz="quarter" idx="12"/>
          </p:nvPr>
        </p:nvSpPr>
        <p:spPr/>
        <p:txBody>
          <a:bodyPr/>
          <a:lstStyle/>
          <a:p>
            <a:fld id="{B5CEABB6-07DC-46E8-9B57-56EC44A396E5}" type="slidenum">
              <a:rPr lang="en-US" smtClean="0"/>
              <a:t>‹#›</a:t>
            </a:fld>
            <a:endParaRPr lang="en-US" dirty="0"/>
          </a:p>
        </p:txBody>
      </p:sp>
    </p:spTree>
    <p:extLst>
      <p:ext uri="{BB962C8B-B14F-4D97-AF65-F5344CB8AC3E}">
        <p14:creationId xmlns:p14="http://schemas.microsoft.com/office/powerpoint/2010/main" val="48949378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B4411E-20EA-4627-8A68-17038DCE187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974E5B2-1EB9-4222-8FAB-65BDC9A9500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C197C18-82B5-4EB5-9010-63FFB7F5316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732AD86-1F8B-4DE6-9736-793E1781772C}"/>
              </a:ext>
            </a:extLst>
          </p:cNvPr>
          <p:cNvSpPr>
            <a:spLocks noGrp="1"/>
          </p:cNvSpPr>
          <p:nvPr>
            <p:ph type="dt" sz="half" idx="10"/>
          </p:nvPr>
        </p:nvSpPr>
        <p:spPr/>
        <p:txBody>
          <a:bodyPr/>
          <a:lstStyle/>
          <a:p>
            <a:r>
              <a:rPr lang="en-US" dirty="0"/>
              <a:t>7/14/20XX</a:t>
            </a:r>
          </a:p>
        </p:txBody>
      </p:sp>
      <p:sp>
        <p:nvSpPr>
          <p:cNvPr id="6" name="Footer Placeholder 5">
            <a:extLst>
              <a:ext uri="{FF2B5EF4-FFF2-40B4-BE49-F238E27FC236}">
                <a16:creationId xmlns:a16="http://schemas.microsoft.com/office/drawing/2014/main" id="{FA60A3B3-8B02-4D8B-A982-7C7CA03A9290}"/>
              </a:ext>
            </a:extLst>
          </p:cNvPr>
          <p:cNvSpPr>
            <a:spLocks noGrp="1"/>
          </p:cNvSpPr>
          <p:nvPr>
            <p:ph type="ftr" sz="quarter" idx="11"/>
          </p:nvPr>
        </p:nvSpPr>
        <p:spPr/>
        <p:txBody>
          <a:bodyPr/>
          <a:lstStyle/>
          <a:p>
            <a:r>
              <a:rPr lang="en-US" dirty="0"/>
              <a:t>Pitch deck title</a:t>
            </a:r>
          </a:p>
        </p:txBody>
      </p:sp>
      <p:sp>
        <p:nvSpPr>
          <p:cNvPr id="7" name="Slide Number Placeholder 6">
            <a:extLst>
              <a:ext uri="{FF2B5EF4-FFF2-40B4-BE49-F238E27FC236}">
                <a16:creationId xmlns:a16="http://schemas.microsoft.com/office/drawing/2014/main" id="{989C9CBB-7187-447C-9F33-04CFDCD0B2D0}"/>
              </a:ext>
            </a:extLst>
          </p:cNvPr>
          <p:cNvSpPr>
            <a:spLocks noGrp="1"/>
          </p:cNvSpPr>
          <p:nvPr>
            <p:ph type="sldNum" sz="quarter" idx="12"/>
          </p:nvPr>
        </p:nvSpPr>
        <p:spPr/>
        <p:txBody>
          <a:bodyPr/>
          <a:lstStyle/>
          <a:p>
            <a:fld id="{B5CEABB6-07DC-46E8-9B57-56EC44A396E5}" type="slidenum">
              <a:rPr lang="en-US" smtClean="0"/>
              <a:t>‹#›</a:t>
            </a:fld>
            <a:endParaRPr lang="en-US" dirty="0"/>
          </a:p>
        </p:txBody>
      </p:sp>
    </p:spTree>
    <p:extLst>
      <p:ext uri="{BB962C8B-B14F-4D97-AF65-F5344CB8AC3E}">
        <p14:creationId xmlns:p14="http://schemas.microsoft.com/office/powerpoint/2010/main" val="298881390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925D6D-4906-4DAB-B1BA-9436026FE62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9975A10-62C2-4D29-B192-A142562FE05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A3B58235-2C90-48E1-8A68-7413F78398F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2FCAF9B-D406-4E4F-B804-AF188F651834}"/>
              </a:ext>
            </a:extLst>
          </p:cNvPr>
          <p:cNvSpPr>
            <a:spLocks noGrp="1"/>
          </p:cNvSpPr>
          <p:nvPr>
            <p:ph type="dt" sz="half" idx="10"/>
          </p:nvPr>
        </p:nvSpPr>
        <p:spPr/>
        <p:txBody>
          <a:bodyPr/>
          <a:lstStyle/>
          <a:p>
            <a:r>
              <a:rPr lang="en-US" dirty="0"/>
              <a:t>7/14/20XX</a:t>
            </a:r>
          </a:p>
        </p:txBody>
      </p:sp>
      <p:sp>
        <p:nvSpPr>
          <p:cNvPr id="6" name="Footer Placeholder 5">
            <a:extLst>
              <a:ext uri="{FF2B5EF4-FFF2-40B4-BE49-F238E27FC236}">
                <a16:creationId xmlns:a16="http://schemas.microsoft.com/office/drawing/2014/main" id="{47E5FF7C-B4CA-48C1-B1A5-2AA329D34317}"/>
              </a:ext>
            </a:extLst>
          </p:cNvPr>
          <p:cNvSpPr>
            <a:spLocks noGrp="1"/>
          </p:cNvSpPr>
          <p:nvPr>
            <p:ph type="ftr" sz="quarter" idx="11"/>
          </p:nvPr>
        </p:nvSpPr>
        <p:spPr/>
        <p:txBody>
          <a:bodyPr/>
          <a:lstStyle/>
          <a:p>
            <a:r>
              <a:rPr lang="en-US" dirty="0"/>
              <a:t>Pitch deck title</a:t>
            </a:r>
          </a:p>
        </p:txBody>
      </p:sp>
      <p:sp>
        <p:nvSpPr>
          <p:cNvPr id="7" name="Slide Number Placeholder 6">
            <a:extLst>
              <a:ext uri="{FF2B5EF4-FFF2-40B4-BE49-F238E27FC236}">
                <a16:creationId xmlns:a16="http://schemas.microsoft.com/office/drawing/2014/main" id="{6AAABB43-2086-4CDB-B2A4-E51E7D83C75B}"/>
              </a:ext>
            </a:extLst>
          </p:cNvPr>
          <p:cNvSpPr>
            <a:spLocks noGrp="1"/>
          </p:cNvSpPr>
          <p:nvPr>
            <p:ph type="sldNum" sz="quarter" idx="12"/>
          </p:nvPr>
        </p:nvSpPr>
        <p:spPr/>
        <p:txBody>
          <a:bodyPr/>
          <a:lstStyle/>
          <a:p>
            <a:fld id="{B5CEABB6-07DC-46E8-9B57-56EC44A396E5}" type="slidenum">
              <a:rPr lang="en-US" smtClean="0"/>
              <a:t>‹#›</a:t>
            </a:fld>
            <a:endParaRPr lang="en-US" dirty="0"/>
          </a:p>
        </p:txBody>
      </p:sp>
    </p:spTree>
    <p:extLst>
      <p:ext uri="{BB962C8B-B14F-4D97-AF65-F5344CB8AC3E}">
        <p14:creationId xmlns:p14="http://schemas.microsoft.com/office/powerpoint/2010/main" val="254735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B4660D4-B0ED-42D9-BC6D-AF4F1F9CB6C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74C607AE-E8B7-4C3B-A6DA-04289E2F0A4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01917CC-671D-47EA-B065-51E87EC27B5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000">
                <a:solidFill>
                  <a:schemeClr val="tx1">
                    <a:lumMod val="65000"/>
                    <a:lumOff val="35000"/>
                  </a:schemeClr>
                </a:solidFill>
              </a:defRPr>
            </a:lvl1pPr>
          </a:lstStyle>
          <a:p>
            <a:r>
              <a:rPr lang="en-US" dirty="0"/>
              <a:t>7/14/20XX</a:t>
            </a:r>
          </a:p>
        </p:txBody>
      </p:sp>
      <p:sp>
        <p:nvSpPr>
          <p:cNvPr id="5" name="Footer Placeholder 4">
            <a:extLst>
              <a:ext uri="{FF2B5EF4-FFF2-40B4-BE49-F238E27FC236}">
                <a16:creationId xmlns:a16="http://schemas.microsoft.com/office/drawing/2014/main" id="{3F2D0B54-5D87-4D1B-9C6E-5A7B87C833A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000">
                <a:solidFill>
                  <a:schemeClr val="tx1">
                    <a:lumMod val="65000"/>
                    <a:lumOff val="35000"/>
                  </a:schemeClr>
                </a:solidFill>
              </a:defRPr>
            </a:lvl1pPr>
          </a:lstStyle>
          <a:p>
            <a:r>
              <a:rPr lang="en-US" dirty="0"/>
              <a:t>Pitch deck title</a:t>
            </a:r>
          </a:p>
        </p:txBody>
      </p:sp>
      <p:sp>
        <p:nvSpPr>
          <p:cNvPr id="6" name="Slide Number Placeholder 5">
            <a:extLst>
              <a:ext uri="{FF2B5EF4-FFF2-40B4-BE49-F238E27FC236}">
                <a16:creationId xmlns:a16="http://schemas.microsoft.com/office/drawing/2014/main" id="{C5CADFFD-0FF7-4DDC-8879-918576F63EA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000">
                <a:solidFill>
                  <a:schemeClr val="tx1">
                    <a:lumMod val="65000"/>
                    <a:lumOff val="35000"/>
                  </a:schemeClr>
                </a:solidFill>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2464305198"/>
      </p:ext>
    </p:extLst>
  </p:cSld>
  <p:clrMap bg1="lt1" tx1="dk1" bg2="lt2" tx2="dk2" accent1="accent1" accent2="accent2" accent3="accent3" accent4="accent4" accent5="accent5" accent6="accent6" hlink="hlink" folHlink="folHlink"/>
  <p:sldLayoutIdLst>
    <p:sldLayoutId id="2147483649" r:id="rId1"/>
    <p:sldLayoutId id="2147483666" r:id="rId2"/>
    <p:sldLayoutId id="2147483667" r:id="rId3"/>
    <p:sldLayoutId id="2147483685" r:id="rId4"/>
    <p:sldLayoutId id="2147483650" r:id="rId5"/>
    <p:sldLayoutId id="2147483669" r:id="rId6"/>
    <p:sldLayoutId id="2147483651" r:id="rId7"/>
    <p:sldLayoutId id="2147483671" r:id="rId8"/>
    <p:sldLayoutId id="2147483683" r:id="rId9"/>
    <p:sldLayoutId id="2147483687" r:id="rId10"/>
    <p:sldLayoutId id="2147483672" r:id="rId11"/>
    <p:sldLayoutId id="2147483680" r:id="rId12"/>
    <p:sldLayoutId id="2147483678" r:id="rId13"/>
    <p:sldLayoutId id="2147483653" r:id="rId14"/>
    <p:sldLayoutId id="2147483677" r:id="rId15"/>
    <p:sldLayoutId id="2147483673" r:id="rId16"/>
    <p:sldLayoutId id="2147483654" r:id="rId17"/>
    <p:sldLayoutId id="2147483674" r:id="rId18"/>
    <p:sldLayoutId id="2147483675" r:id="rId19"/>
    <p:sldLayoutId id="2147483676" r:id="rId20"/>
    <p:sldLayoutId id="2147483668" r:id="rId21"/>
    <p:sldLayoutId id="2147483652" r:id="rId22"/>
    <p:sldLayoutId id="2147483656" r:id="rId23"/>
    <p:sldLayoutId id="2147483657" r:id="rId24"/>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5136" userDrawn="1">
          <p15:clr>
            <a:srgbClr val="5ACBF0"/>
          </p15:clr>
        </p15:guide>
        <p15:guide id="2" pos="2568" userDrawn="1">
          <p15:clr>
            <a:srgbClr val="5ACBF0"/>
          </p15:clr>
        </p15:guide>
        <p15:guide id="3" pos="5760" userDrawn="1">
          <p15:clr>
            <a:srgbClr val="F26B43"/>
          </p15:clr>
        </p15:guide>
        <p15:guide id="4" pos="1920" userDrawn="1">
          <p15:clr>
            <a:srgbClr val="F26B43"/>
          </p15:clr>
        </p15:guide>
        <p15:guide id="5" pos="3840" userDrawn="1">
          <p15:clr>
            <a:srgbClr val="F26B43"/>
          </p15:clr>
        </p15:guide>
        <p15:guide id="6" pos="576" userDrawn="1">
          <p15:clr>
            <a:srgbClr val="000000"/>
          </p15:clr>
        </p15:guide>
        <p15:guide id="7" pos="7104" userDrawn="1">
          <p15:clr>
            <a:srgbClr val="000000"/>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hyperlink" Target="https://www.rawpixel.com/search/light%20blue%20background" TargetMode="External"/><Relationship Id="rId2" Type="http://schemas.openxmlformats.org/officeDocument/2006/relationships/image" Target="../media/image1.1"/><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pxhere.com/en/photo/1522793" TargetMode="External"/><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www.ykkap.com/about-us/sustainability/" TargetMode="External"/><Relationship Id="rId2" Type="http://schemas.openxmlformats.org/officeDocument/2006/relationships/image" Target="../media/image3.jp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hyperlink" Target="https://www.undp.org/publications/2nd-global-progress-report-sdg-16-indicators" TargetMode="External"/><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png"/><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1.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2.png"/><Relationship Id="rId1" Type="http://schemas.openxmlformats.org/officeDocument/2006/relationships/slideLayout" Target="../slideLayouts/slideLayout7.xml"/><Relationship Id="rId4" Type="http://schemas.openxmlformats.org/officeDocument/2006/relationships/hyperlink" Target="https://www.flickr.com/photos/sdgactioncampaign/26100096387" TargetMode="External"/></Relationships>
</file>

<file path=ppt/slides/_rels/slide15.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4.xml"/><Relationship Id="rId1" Type="http://schemas.openxmlformats.org/officeDocument/2006/relationships/slideLayout" Target="../slideLayouts/slideLayout20.xml"/><Relationship Id="rId4" Type="http://schemas.openxmlformats.org/officeDocument/2006/relationships/hyperlink" Target="https://qaupdates.niad.ac.jp/sdgs/" TargetMode="External"/></Relationships>
</file>

<file path=ppt/slides/_rels/slide17.xml.rels><?xml version="1.0" encoding="UTF-8" standalone="yes"?>
<Relationships xmlns="http://schemas.openxmlformats.org/package/2006/relationships"><Relationship Id="rId3" Type="http://schemas.openxmlformats.org/officeDocument/2006/relationships/hyperlink" Target="https://www.linkedin.com/pulse/microjustices-role-sdg-16-implementation-deep-dive-microjustice-wgr9f" TargetMode="External"/><Relationship Id="rId2" Type="http://schemas.openxmlformats.org/officeDocument/2006/relationships/image" Target="../media/image15.png"/><Relationship Id="rId1" Type="http://schemas.openxmlformats.org/officeDocument/2006/relationships/slideLayout" Target="../slideLayouts/slideLayout21.xml"/><Relationship Id="rId4" Type="http://schemas.openxmlformats.org/officeDocument/2006/relationships/hyperlink" Target="mailto:oelshiekh053@gmail.com"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Placeholder 7">
            <a:extLst>
              <a:ext uri="{FF2B5EF4-FFF2-40B4-BE49-F238E27FC236}">
                <a16:creationId xmlns:a16="http://schemas.microsoft.com/office/drawing/2014/main" id="{96D6DE01-D902-4482-9C44-25411826C9AE}"/>
              </a:ext>
            </a:extLst>
          </p:cNvPr>
          <p:cNvPicPr>
            <a:picLocks noGrp="1" noChangeAspect="1"/>
          </p:cNvPicPr>
          <p:nvPr>
            <p:ph type="pic" sz="quarter" idx="14"/>
          </p:nvPr>
        </p:nvPicPr>
        <p:blipFill>
          <a:blip r:embed="rId2">
            <a:extLst>
              <a:ext uri="{837473B0-CC2E-450A-ABE3-18F120FF3D39}">
                <a1611:picAttrSrcUrl xmlns:a1611="http://schemas.microsoft.com/office/drawing/2016/11/main" r:id="rId3"/>
              </a:ext>
            </a:extLst>
          </a:blip>
          <a:srcRect/>
          <a:stretch/>
        </p:blipFill>
        <p:spPr>
          <a:xfrm>
            <a:off x="0" y="0"/>
            <a:ext cx="12188952" cy="6858000"/>
          </a:xfrm>
        </p:spPr>
      </p:pic>
      <p:sp>
        <p:nvSpPr>
          <p:cNvPr id="7" name="Title 6">
            <a:extLst>
              <a:ext uri="{FF2B5EF4-FFF2-40B4-BE49-F238E27FC236}">
                <a16:creationId xmlns:a16="http://schemas.microsoft.com/office/drawing/2014/main" id="{9C522CE7-8601-4799-A188-72F4C128D33A}"/>
              </a:ext>
            </a:extLst>
          </p:cNvPr>
          <p:cNvSpPr>
            <a:spLocks noGrp="1"/>
          </p:cNvSpPr>
          <p:nvPr>
            <p:ph type="ctrTitle"/>
          </p:nvPr>
        </p:nvSpPr>
        <p:spPr>
          <a:xfrm>
            <a:off x="838200" y="4636008"/>
            <a:ext cx="9144000" cy="1107959"/>
          </a:xfrm>
        </p:spPr>
        <p:txBody>
          <a:bodyPr anchor="b">
            <a:normAutofit fontScale="90000"/>
          </a:bodyPr>
          <a:lstStyle/>
          <a:p>
            <a:r>
              <a:rPr lang="en-US" sz="5300" b="1" dirty="0"/>
              <a:t>SDG 16 Analysis for Egypt</a:t>
            </a:r>
            <a:br>
              <a:rPr lang="en-US" sz="5300" b="1" dirty="0"/>
            </a:br>
            <a:r>
              <a:rPr lang="en-US" sz="5300" b="1" dirty="0"/>
              <a:t>Peace, Justice and Strong</a:t>
            </a:r>
            <a:br>
              <a:rPr lang="en-US" sz="5300" b="1" dirty="0"/>
            </a:br>
            <a:r>
              <a:rPr lang="en-US" sz="5300" b="1" dirty="0"/>
              <a:t> Institutions</a:t>
            </a:r>
            <a:br>
              <a:rPr lang="en-US" b="1" dirty="0"/>
            </a:br>
            <a:endParaRPr lang="en-US" dirty="0"/>
          </a:p>
        </p:txBody>
      </p:sp>
      <p:sp>
        <p:nvSpPr>
          <p:cNvPr id="5" name="Text Placeholder 4">
            <a:extLst>
              <a:ext uri="{FF2B5EF4-FFF2-40B4-BE49-F238E27FC236}">
                <a16:creationId xmlns:a16="http://schemas.microsoft.com/office/drawing/2014/main" id="{3B95A575-4944-44FE-8343-886F3F62894C}"/>
              </a:ext>
            </a:extLst>
          </p:cNvPr>
          <p:cNvSpPr>
            <a:spLocks noGrp="1"/>
          </p:cNvSpPr>
          <p:nvPr>
            <p:ph type="body" sz="quarter" idx="13"/>
          </p:nvPr>
        </p:nvSpPr>
        <p:spPr>
          <a:xfrm>
            <a:off x="841248" y="5742432"/>
            <a:ext cx="7953375" cy="457200"/>
          </a:xfrm>
        </p:spPr>
        <p:txBody>
          <a:bodyPr/>
          <a:lstStyle/>
          <a:p>
            <a:r>
              <a:rPr lang="en-US" b="1" dirty="0"/>
              <a:t>Comparative Analysis with Finland and Jordan</a:t>
            </a:r>
          </a:p>
        </p:txBody>
      </p:sp>
    </p:spTree>
    <p:extLst>
      <p:ext uri="{BB962C8B-B14F-4D97-AF65-F5344CB8AC3E}">
        <p14:creationId xmlns:p14="http://schemas.microsoft.com/office/powerpoint/2010/main" val="16424253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Placeholder 8">
            <a:extLst>
              <a:ext uri="{FF2B5EF4-FFF2-40B4-BE49-F238E27FC236}">
                <a16:creationId xmlns:a16="http://schemas.microsoft.com/office/drawing/2014/main" id="{580459A6-74F1-49C9-B51B-9878E21EB18F}"/>
              </a:ext>
            </a:extLst>
          </p:cNvPr>
          <p:cNvPicPr>
            <a:picLocks noGrp="1" noChangeAspect="1"/>
          </p:cNvPicPr>
          <p:nvPr>
            <p:ph type="pic" sz="quarter" idx="13"/>
          </p:nvPr>
        </p:nvPicPr>
        <p:blipFill>
          <a:blip r:embed="rId2">
            <a:extLst>
              <a:ext uri="{837473B0-CC2E-450A-ABE3-18F120FF3D39}">
                <a1611:picAttrSrcUrl xmlns:a1611="http://schemas.microsoft.com/office/drawing/2016/11/main" r:id="rId3"/>
              </a:ext>
            </a:extLst>
          </a:blip>
          <a:srcRect/>
          <a:stretch/>
        </p:blipFill>
        <p:spPr>
          <a:xfrm>
            <a:off x="228600" y="0"/>
            <a:ext cx="11961813" cy="6858000"/>
          </a:xfrm>
        </p:spPr>
      </p:pic>
      <p:sp>
        <p:nvSpPr>
          <p:cNvPr id="2" name="Title 1">
            <a:extLst>
              <a:ext uri="{FF2B5EF4-FFF2-40B4-BE49-F238E27FC236}">
                <a16:creationId xmlns:a16="http://schemas.microsoft.com/office/drawing/2014/main" id="{6719F29B-F233-48AF-8261-F33A4E079E3E}"/>
              </a:ext>
            </a:extLst>
          </p:cNvPr>
          <p:cNvSpPr>
            <a:spLocks noGrp="1"/>
          </p:cNvSpPr>
          <p:nvPr>
            <p:ph type="title"/>
          </p:nvPr>
        </p:nvSpPr>
        <p:spPr>
          <a:xfrm>
            <a:off x="5029200" y="977899"/>
            <a:ext cx="6578600" cy="1654175"/>
          </a:xfrm>
        </p:spPr>
        <p:txBody>
          <a:bodyPr anchor="b" anchorCtr="0"/>
          <a:lstStyle/>
          <a:p>
            <a:r>
              <a:rPr lang="en-ZA" dirty="0"/>
              <a:t>Introduction</a:t>
            </a:r>
            <a:r>
              <a:rPr lang="en-ZA" dirty="0">
                <a:solidFill>
                  <a:schemeClr val="accent3"/>
                </a:solidFill>
              </a:rPr>
              <a:t> </a:t>
            </a:r>
          </a:p>
        </p:txBody>
      </p:sp>
      <p:sp>
        <p:nvSpPr>
          <p:cNvPr id="3" name="Subtitle 2">
            <a:extLst>
              <a:ext uri="{FF2B5EF4-FFF2-40B4-BE49-F238E27FC236}">
                <a16:creationId xmlns:a16="http://schemas.microsoft.com/office/drawing/2014/main" id="{35E3EA69-4E0E-41BD-8095-A124225A2647}"/>
              </a:ext>
            </a:extLst>
          </p:cNvPr>
          <p:cNvSpPr>
            <a:spLocks noGrp="1"/>
          </p:cNvSpPr>
          <p:nvPr>
            <p:ph idx="1"/>
          </p:nvPr>
        </p:nvSpPr>
        <p:spPr>
          <a:xfrm>
            <a:off x="4813300" y="2997200"/>
            <a:ext cx="7150100" cy="3359150"/>
          </a:xfrm>
        </p:spPr>
        <p:txBody>
          <a:bodyPr vert="horz" lIns="91440" tIns="45720" rIns="91440" bIns="45720" rtlCol="0" anchor="t">
            <a:normAutofit fontScale="47500" lnSpcReduction="20000"/>
          </a:bodyPr>
          <a:lstStyle/>
          <a:p>
            <a:r>
              <a:rPr lang="en-US" sz="4400" dirty="0"/>
              <a:t>Sustainable Development Goal 16 focuses on promoting peaceful societies, ensuring access to justice, and building strong institutions.</a:t>
            </a:r>
            <a:br>
              <a:rPr lang="en-US" sz="4400" dirty="0"/>
            </a:br>
            <a:r>
              <a:rPr lang="en-US" sz="4400" dirty="0"/>
              <a:t>Egypt currently faces major challenges in achieving SDG 16, despite showing strengths in security and civil registration. This analysis compares Egypt with Finland as a developed country and Jordan as a regional developing country to identify performance gaps, best practices, and improvement opportunities through governance reform and digital transformation.</a:t>
            </a:r>
          </a:p>
          <a:p>
            <a:endParaRPr lang="en-US" dirty="0"/>
          </a:p>
        </p:txBody>
      </p:sp>
      <p:sp>
        <p:nvSpPr>
          <p:cNvPr id="4" name="Slide Number Placeholder 3">
            <a:extLst>
              <a:ext uri="{FF2B5EF4-FFF2-40B4-BE49-F238E27FC236}">
                <a16:creationId xmlns:a16="http://schemas.microsoft.com/office/drawing/2014/main" id="{328F602C-7F98-4C02-99D4-ED65E00D66A4}"/>
              </a:ext>
            </a:extLst>
          </p:cNvPr>
          <p:cNvSpPr>
            <a:spLocks noGrp="1"/>
          </p:cNvSpPr>
          <p:nvPr>
            <p:ph type="sldNum" sz="quarter" idx="12"/>
          </p:nvPr>
        </p:nvSpPr>
        <p:spPr>
          <a:xfrm>
            <a:off x="8610600" y="6356350"/>
            <a:ext cx="2743200" cy="365125"/>
          </a:xfrm>
        </p:spPr>
        <p:txBody>
          <a:bodyPr/>
          <a:lstStyle/>
          <a:p>
            <a:fld id="{19B51A1E-902D-48AF-9020-955120F399B6}" type="slidenum">
              <a:rPr lang="en-ZA" smtClean="0"/>
              <a:pPr/>
              <a:t>2</a:t>
            </a:fld>
            <a:endParaRPr lang="en-ZA" dirty="0"/>
          </a:p>
        </p:txBody>
      </p:sp>
    </p:spTree>
    <p:extLst>
      <p:ext uri="{BB962C8B-B14F-4D97-AF65-F5344CB8AC3E}">
        <p14:creationId xmlns:p14="http://schemas.microsoft.com/office/powerpoint/2010/main" val="8317333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Placeholder 9">
            <a:extLst>
              <a:ext uri="{FF2B5EF4-FFF2-40B4-BE49-F238E27FC236}">
                <a16:creationId xmlns:a16="http://schemas.microsoft.com/office/drawing/2014/main" id="{B1240E7A-9EE3-4AD7-AC70-53A1C0C7D524}"/>
              </a:ext>
            </a:extLst>
          </p:cNvPr>
          <p:cNvPicPr>
            <a:picLocks noGrp="1" noChangeAspect="1"/>
          </p:cNvPicPr>
          <p:nvPr>
            <p:ph type="pic" sz="quarter" idx="13"/>
          </p:nvPr>
        </p:nvPicPr>
        <p:blipFill>
          <a:blip r:embed="rId2">
            <a:extLst>
              <a:ext uri="{837473B0-CC2E-450A-ABE3-18F120FF3D39}">
                <a1611:picAttrSrcUrl xmlns:a1611="http://schemas.microsoft.com/office/drawing/2016/11/main" r:id="rId3"/>
              </a:ext>
            </a:extLst>
          </a:blip>
          <a:srcRect/>
          <a:stretch/>
        </p:blipFill>
        <p:spPr>
          <a:xfrm>
            <a:off x="-17321" y="136525"/>
            <a:ext cx="12188952" cy="6858000"/>
          </a:xfrm>
          <a:pattFill prst="diagBrick">
            <a:fgClr>
              <a:schemeClr val="accent6">
                <a:lumMod val="20000"/>
                <a:lumOff val="80000"/>
              </a:schemeClr>
            </a:fgClr>
            <a:bgClr>
              <a:schemeClr val="bg1"/>
            </a:bgClr>
          </a:pattFill>
        </p:spPr>
      </p:pic>
      <p:sp>
        <p:nvSpPr>
          <p:cNvPr id="2" name="Title 1">
            <a:extLst>
              <a:ext uri="{FF2B5EF4-FFF2-40B4-BE49-F238E27FC236}">
                <a16:creationId xmlns:a16="http://schemas.microsoft.com/office/drawing/2014/main" id="{67708C79-A4AC-4B5D-92DF-600737E4D11A}"/>
              </a:ext>
            </a:extLst>
          </p:cNvPr>
          <p:cNvSpPr>
            <a:spLocks noGrp="1"/>
          </p:cNvSpPr>
          <p:nvPr>
            <p:ph type="title"/>
          </p:nvPr>
        </p:nvSpPr>
        <p:spPr>
          <a:xfrm>
            <a:off x="914400" y="365126"/>
            <a:ext cx="8562475" cy="974916"/>
          </a:xfrm>
        </p:spPr>
        <p:txBody>
          <a:bodyPr>
            <a:normAutofit fontScale="90000"/>
          </a:bodyPr>
          <a:lstStyle/>
          <a:p>
            <a:r>
              <a:rPr lang="en-US" dirty="0">
                <a:solidFill>
                  <a:schemeClr val="tx1"/>
                </a:solidFill>
              </a:rPr>
              <a:t>Egypt SDG Performance Overview</a:t>
            </a:r>
          </a:p>
        </p:txBody>
      </p:sp>
      <p:sp>
        <p:nvSpPr>
          <p:cNvPr id="41" name="Text Placeholder 40">
            <a:extLst>
              <a:ext uri="{FF2B5EF4-FFF2-40B4-BE49-F238E27FC236}">
                <a16:creationId xmlns:a16="http://schemas.microsoft.com/office/drawing/2014/main" id="{96363A03-E425-4DF0-A245-F0EEE2D0431D}"/>
              </a:ext>
            </a:extLst>
          </p:cNvPr>
          <p:cNvSpPr>
            <a:spLocks noGrp="1"/>
          </p:cNvSpPr>
          <p:nvPr>
            <p:ph type="body" sz="quarter" idx="25"/>
          </p:nvPr>
        </p:nvSpPr>
        <p:spPr>
          <a:xfrm>
            <a:off x="0" y="1465263"/>
            <a:ext cx="10026650" cy="4754562"/>
          </a:xfrm>
        </p:spPr>
        <p:txBody>
          <a:bodyPr/>
          <a:lstStyle/>
          <a:p>
            <a:r>
              <a:rPr lang="en-US" dirty="0"/>
              <a:t>🟦 Global</a:t>
            </a:r>
            <a:r>
              <a:rPr lang="en-US" dirty="0">
                <a:solidFill>
                  <a:schemeClr val="accent3"/>
                </a:solidFill>
              </a:rPr>
              <a:t> Rank</a:t>
            </a:r>
          </a:p>
        </p:txBody>
      </p:sp>
      <p:sp>
        <p:nvSpPr>
          <p:cNvPr id="44" name="Text Placeholder 43">
            <a:extLst>
              <a:ext uri="{FF2B5EF4-FFF2-40B4-BE49-F238E27FC236}">
                <a16:creationId xmlns:a16="http://schemas.microsoft.com/office/drawing/2014/main" id="{980B2038-1B53-491E-BC2F-148E99EFDBB8}"/>
              </a:ext>
            </a:extLst>
          </p:cNvPr>
          <p:cNvSpPr>
            <a:spLocks noGrp="1"/>
          </p:cNvSpPr>
          <p:nvPr>
            <p:ph type="body" sz="quarter" idx="15"/>
          </p:nvPr>
        </p:nvSpPr>
        <p:spPr>
          <a:xfrm>
            <a:off x="914274" y="2242336"/>
            <a:ext cx="3886200" cy="914400"/>
          </a:xfrm>
        </p:spPr>
        <p:txBody>
          <a:bodyPr/>
          <a:lstStyle/>
          <a:p>
            <a:r>
              <a:rPr lang="en-US" dirty="0"/>
              <a:t>91 / 167</a:t>
            </a:r>
          </a:p>
        </p:txBody>
      </p:sp>
      <p:sp>
        <p:nvSpPr>
          <p:cNvPr id="45" name="Text Placeholder 44">
            <a:extLst>
              <a:ext uri="{FF2B5EF4-FFF2-40B4-BE49-F238E27FC236}">
                <a16:creationId xmlns:a16="http://schemas.microsoft.com/office/drawing/2014/main" id="{F970A788-9414-4536-9C00-F0C8714580AB}"/>
              </a:ext>
            </a:extLst>
          </p:cNvPr>
          <p:cNvSpPr>
            <a:spLocks noGrp="1"/>
          </p:cNvSpPr>
          <p:nvPr>
            <p:ph type="body" sz="quarter" idx="16"/>
          </p:nvPr>
        </p:nvSpPr>
        <p:spPr>
          <a:xfrm>
            <a:off x="914525" y="3218688"/>
            <a:ext cx="3886200" cy="320040"/>
          </a:xfrm>
        </p:spPr>
        <p:txBody>
          <a:bodyPr/>
          <a:lstStyle/>
          <a:p>
            <a:r>
              <a:rPr lang="en-US" dirty="0"/>
              <a:t>🟦 Overall </a:t>
            </a:r>
            <a:r>
              <a:rPr lang="en-US" dirty="0">
                <a:solidFill>
                  <a:schemeClr val="accent3"/>
                </a:solidFill>
              </a:rPr>
              <a:t>SDG Score</a:t>
            </a:r>
          </a:p>
        </p:txBody>
      </p:sp>
      <p:sp>
        <p:nvSpPr>
          <p:cNvPr id="46" name="Text Placeholder 45">
            <a:extLst>
              <a:ext uri="{FF2B5EF4-FFF2-40B4-BE49-F238E27FC236}">
                <a16:creationId xmlns:a16="http://schemas.microsoft.com/office/drawing/2014/main" id="{F845A907-CC82-47DD-86EC-58C44C2EA61D}"/>
              </a:ext>
            </a:extLst>
          </p:cNvPr>
          <p:cNvSpPr>
            <a:spLocks noGrp="1"/>
          </p:cNvSpPr>
          <p:nvPr>
            <p:ph type="body" sz="quarter" idx="17"/>
          </p:nvPr>
        </p:nvSpPr>
        <p:spPr>
          <a:xfrm>
            <a:off x="914399" y="3545967"/>
            <a:ext cx="3886200" cy="914400"/>
          </a:xfrm>
        </p:spPr>
        <p:txBody>
          <a:bodyPr>
            <a:noAutofit/>
          </a:bodyPr>
          <a:lstStyle/>
          <a:p>
            <a:r>
              <a:rPr lang="en-US" dirty="0"/>
              <a:t>68.1 / 100</a:t>
            </a:r>
          </a:p>
        </p:txBody>
      </p:sp>
      <p:sp>
        <p:nvSpPr>
          <p:cNvPr id="17" name="Text Placeholder 16">
            <a:extLst>
              <a:ext uri="{FF2B5EF4-FFF2-40B4-BE49-F238E27FC236}">
                <a16:creationId xmlns:a16="http://schemas.microsoft.com/office/drawing/2014/main" id="{8B178A14-FF95-463C-89E7-D71BB431EA6A}"/>
              </a:ext>
            </a:extLst>
          </p:cNvPr>
          <p:cNvSpPr>
            <a:spLocks noGrp="1"/>
          </p:cNvSpPr>
          <p:nvPr>
            <p:ph type="body" sz="quarter" idx="23"/>
          </p:nvPr>
        </p:nvSpPr>
        <p:spPr>
          <a:xfrm>
            <a:off x="1182757" y="5029200"/>
            <a:ext cx="8557590" cy="759905"/>
          </a:xfrm>
        </p:spPr>
        <p:txBody>
          <a:bodyPr>
            <a:noAutofit/>
          </a:bodyPr>
          <a:lstStyle/>
          <a:p>
            <a:r>
              <a:rPr lang="en-US" dirty="0"/>
              <a:t>Egypt has shown gradual improvement in overall sustainable development performance; however, SDG 16 remains one of the weakest-performing goals, indicating structural governance challenges.</a:t>
            </a:r>
          </a:p>
        </p:txBody>
      </p:sp>
      <p:sp>
        <p:nvSpPr>
          <p:cNvPr id="47" name="Text Placeholder 46">
            <a:extLst>
              <a:ext uri="{FF2B5EF4-FFF2-40B4-BE49-F238E27FC236}">
                <a16:creationId xmlns:a16="http://schemas.microsoft.com/office/drawing/2014/main" id="{5B76A604-CBAD-4494-A846-E4C833A6092C}"/>
              </a:ext>
            </a:extLst>
          </p:cNvPr>
          <p:cNvSpPr>
            <a:spLocks noGrp="1"/>
          </p:cNvSpPr>
          <p:nvPr>
            <p:ph type="body" sz="quarter" idx="18"/>
          </p:nvPr>
        </p:nvSpPr>
        <p:spPr>
          <a:xfrm>
            <a:off x="5590801" y="1916113"/>
            <a:ext cx="3886200" cy="320040"/>
          </a:xfrm>
        </p:spPr>
        <p:txBody>
          <a:bodyPr/>
          <a:lstStyle/>
          <a:p>
            <a:r>
              <a:rPr lang="en-US" dirty="0"/>
              <a:t>🟦 improvement </a:t>
            </a:r>
            <a:r>
              <a:rPr lang="en-US" dirty="0">
                <a:solidFill>
                  <a:schemeClr val="accent3"/>
                </a:solidFill>
              </a:rPr>
              <a:t>since 2015</a:t>
            </a:r>
          </a:p>
        </p:txBody>
      </p:sp>
      <p:sp>
        <p:nvSpPr>
          <p:cNvPr id="48" name="Text Placeholder 47">
            <a:extLst>
              <a:ext uri="{FF2B5EF4-FFF2-40B4-BE49-F238E27FC236}">
                <a16:creationId xmlns:a16="http://schemas.microsoft.com/office/drawing/2014/main" id="{BF07FAC4-029F-4076-B784-683A1CCA6865}"/>
              </a:ext>
            </a:extLst>
          </p:cNvPr>
          <p:cNvSpPr>
            <a:spLocks noGrp="1"/>
          </p:cNvSpPr>
          <p:nvPr>
            <p:ph type="body" sz="quarter" idx="19"/>
          </p:nvPr>
        </p:nvSpPr>
        <p:spPr>
          <a:xfrm>
            <a:off x="5590675" y="2242336"/>
            <a:ext cx="3886200" cy="914400"/>
          </a:xfrm>
        </p:spPr>
        <p:txBody>
          <a:bodyPr>
            <a:normAutofit/>
          </a:bodyPr>
          <a:lstStyle/>
          <a:p>
            <a:r>
              <a:rPr lang="en-US" dirty="0"/>
              <a:t>+5.5 points</a:t>
            </a:r>
          </a:p>
        </p:txBody>
      </p:sp>
      <p:sp>
        <p:nvSpPr>
          <p:cNvPr id="49" name="Text Placeholder 48">
            <a:extLst>
              <a:ext uri="{FF2B5EF4-FFF2-40B4-BE49-F238E27FC236}">
                <a16:creationId xmlns:a16="http://schemas.microsoft.com/office/drawing/2014/main" id="{BEEA5224-6F24-4134-84A4-4BB922BE15DE}"/>
              </a:ext>
            </a:extLst>
          </p:cNvPr>
          <p:cNvSpPr>
            <a:spLocks noGrp="1"/>
          </p:cNvSpPr>
          <p:nvPr>
            <p:ph type="body" sz="quarter" idx="20"/>
          </p:nvPr>
        </p:nvSpPr>
        <p:spPr>
          <a:xfrm>
            <a:off x="5590801" y="3218688"/>
            <a:ext cx="3886200" cy="320040"/>
          </a:xfrm>
        </p:spPr>
        <p:txBody>
          <a:bodyPr/>
          <a:lstStyle/>
          <a:p>
            <a:r>
              <a:rPr lang="en-US" dirty="0"/>
              <a:t>🟥 SDG 16 </a:t>
            </a:r>
            <a:r>
              <a:rPr lang="en-US" dirty="0">
                <a:solidFill>
                  <a:schemeClr val="accent3"/>
                </a:solidFill>
              </a:rPr>
              <a:t>Status</a:t>
            </a:r>
          </a:p>
        </p:txBody>
      </p:sp>
      <p:sp>
        <p:nvSpPr>
          <p:cNvPr id="50" name="Text Placeholder 49">
            <a:extLst>
              <a:ext uri="{FF2B5EF4-FFF2-40B4-BE49-F238E27FC236}">
                <a16:creationId xmlns:a16="http://schemas.microsoft.com/office/drawing/2014/main" id="{6DC9F3A7-D8E7-4ABC-8153-8AFB777CAC78}"/>
              </a:ext>
            </a:extLst>
          </p:cNvPr>
          <p:cNvSpPr>
            <a:spLocks noGrp="1"/>
          </p:cNvSpPr>
          <p:nvPr>
            <p:ph type="body" sz="quarter" idx="21"/>
          </p:nvPr>
        </p:nvSpPr>
        <p:spPr>
          <a:xfrm>
            <a:off x="5590675" y="3545967"/>
            <a:ext cx="3886200" cy="914400"/>
          </a:xfrm>
        </p:spPr>
        <p:txBody>
          <a:bodyPr>
            <a:normAutofit/>
          </a:bodyPr>
          <a:lstStyle/>
          <a:p>
            <a:r>
              <a:rPr lang="en-US" dirty="0"/>
              <a:t>Major Challenges Remain (Red)</a:t>
            </a:r>
          </a:p>
        </p:txBody>
      </p:sp>
    </p:spTree>
    <p:extLst>
      <p:ext uri="{BB962C8B-B14F-4D97-AF65-F5344CB8AC3E}">
        <p14:creationId xmlns:p14="http://schemas.microsoft.com/office/powerpoint/2010/main" val="3238362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031FE9-9059-4FE8-B4AC-9771F23A1B89}"/>
              </a:ext>
            </a:extLst>
          </p:cNvPr>
          <p:cNvSpPr>
            <a:spLocks noGrp="1"/>
          </p:cNvSpPr>
          <p:nvPr>
            <p:ph type="title"/>
          </p:nvPr>
        </p:nvSpPr>
        <p:spPr>
          <a:xfrm>
            <a:off x="6155363" y="365125"/>
            <a:ext cx="5103007" cy="1325563"/>
          </a:xfrm>
        </p:spPr>
        <p:txBody>
          <a:bodyPr/>
          <a:lstStyle/>
          <a:p>
            <a:r>
              <a:rPr lang="en-US" dirty="0"/>
              <a:t>Key Insights</a:t>
            </a:r>
          </a:p>
        </p:txBody>
      </p:sp>
      <p:pic>
        <p:nvPicPr>
          <p:cNvPr id="7" name="Picture Placeholder 6">
            <a:extLst>
              <a:ext uri="{FF2B5EF4-FFF2-40B4-BE49-F238E27FC236}">
                <a16:creationId xmlns:a16="http://schemas.microsoft.com/office/drawing/2014/main" id="{32F765DF-EED6-463B-813A-9D13C1F8490A}"/>
              </a:ext>
            </a:extLst>
          </p:cNvPr>
          <p:cNvPicPr>
            <a:picLocks noGrp="1" noChangeAspect="1"/>
          </p:cNvPicPr>
          <p:nvPr>
            <p:ph type="pic" sz="quarter" idx="13"/>
          </p:nvPr>
        </p:nvPicPr>
        <p:blipFill>
          <a:blip r:embed="rId2">
            <a:extLst>
              <a:ext uri="{837473B0-CC2E-450A-ABE3-18F120FF3D39}">
                <a1611:picAttrSrcUrl xmlns:a1611="http://schemas.microsoft.com/office/drawing/2016/11/main" r:id="rId3"/>
              </a:ext>
            </a:extLst>
          </a:blip>
          <a:srcRect/>
          <a:stretch/>
        </p:blipFill>
        <p:spPr>
          <a:xfrm>
            <a:off x="0" y="616785"/>
            <a:ext cx="4235116" cy="5558590"/>
          </a:xfrm>
        </p:spPr>
      </p:pic>
      <p:sp>
        <p:nvSpPr>
          <p:cNvPr id="3" name="Content Placeholder 2">
            <a:extLst>
              <a:ext uri="{FF2B5EF4-FFF2-40B4-BE49-F238E27FC236}">
                <a16:creationId xmlns:a16="http://schemas.microsoft.com/office/drawing/2014/main" id="{D4A2EB3F-4D60-451F-8F45-7D6654D2FCD9}"/>
              </a:ext>
            </a:extLst>
          </p:cNvPr>
          <p:cNvSpPr>
            <a:spLocks noGrp="1"/>
          </p:cNvSpPr>
          <p:nvPr>
            <p:ph type="body" sz="quarter" idx="14"/>
          </p:nvPr>
        </p:nvSpPr>
        <p:spPr>
          <a:xfrm>
            <a:off x="6153182" y="2093976"/>
            <a:ext cx="5120640" cy="320040"/>
          </a:xfrm>
        </p:spPr>
        <p:txBody>
          <a:bodyPr vert="horz" lIns="91440" tIns="45720" rIns="91440" bIns="45720" rtlCol="0" anchor="t">
            <a:normAutofit lnSpcReduction="10000"/>
          </a:bodyPr>
          <a:lstStyle/>
          <a:p>
            <a:r>
              <a:rPr lang="en-US" dirty="0"/>
              <a:t>Strengths</a:t>
            </a:r>
          </a:p>
        </p:txBody>
      </p:sp>
      <p:sp>
        <p:nvSpPr>
          <p:cNvPr id="21" name="Text Placeholder 20">
            <a:extLst>
              <a:ext uri="{FF2B5EF4-FFF2-40B4-BE49-F238E27FC236}">
                <a16:creationId xmlns:a16="http://schemas.microsoft.com/office/drawing/2014/main" id="{43DDEB93-8628-4CD2-969D-1108E86844B5}"/>
              </a:ext>
            </a:extLst>
          </p:cNvPr>
          <p:cNvSpPr>
            <a:spLocks noGrp="1"/>
          </p:cNvSpPr>
          <p:nvPr>
            <p:ph type="body" sz="quarter" idx="15"/>
          </p:nvPr>
        </p:nvSpPr>
        <p:spPr>
          <a:xfrm>
            <a:off x="6096000" y="2422684"/>
            <a:ext cx="5177696" cy="660402"/>
          </a:xfrm>
        </p:spPr>
        <p:txBody>
          <a:bodyPr>
            <a:normAutofit/>
          </a:bodyPr>
          <a:lstStyle/>
          <a:p>
            <a:r>
              <a:rPr lang="en-US" dirty="0"/>
              <a:t>Low homicide rate (1.3) </a:t>
            </a:r>
          </a:p>
          <a:p>
            <a:r>
              <a:rPr lang="en-US" dirty="0"/>
              <a:t>Good crime control (0.76) .Excellent birth registration (99.1%)</a:t>
            </a:r>
          </a:p>
        </p:txBody>
      </p:sp>
      <p:sp>
        <p:nvSpPr>
          <p:cNvPr id="22" name="Text Placeholder 21">
            <a:extLst>
              <a:ext uri="{FF2B5EF4-FFF2-40B4-BE49-F238E27FC236}">
                <a16:creationId xmlns:a16="http://schemas.microsoft.com/office/drawing/2014/main" id="{1148019F-B471-48D3-A6AA-3F0B467240B5}"/>
              </a:ext>
            </a:extLst>
          </p:cNvPr>
          <p:cNvSpPr>
            <a:spLocks noGrp="1"/>
          </p:cNvSpPr>
          <p:nvPr>
            <p:ph type="body" sz="quarter" idx="16"/>
          </p:nvPr>
        </p:nvSpPr>
        <p:spPr>
          <a:xfrm>
            <a:off x="6153307" y="3227832"/>
            <a:ext cx="5120640" cy="320040"/>
          </a:xfrm>
        </p:spPr>
        <p:txBody>
          <a:bodyPr/>
          <a:lstStyle/>
          <a:p>
            <a:r>
              <a:rPr lang="en-US" dirty="0"/>
              <a:t>Weaknesses</a:t>
            </a:r>
          </a:p>
        </p:txBody>
      </p:sp>
      <p:sp>
        <p:nvSpPr>
          <p:cNvPr id="23" name="Text Placeholder 22">
            <a:extLst>
              <a:ext uri="{FF2B5EF4-FFF2-40B4-BE49-F238E27FC236}">
                <a16:creationId xmlns:a16="http://schemas.microsoft.com/office/drawing/2014/main" id="{1B300A6A-6AD6-4D6C-85C5-FDF36EF1D3CF}"/>
              </a:ext>
            </a:extLst>
          </p:cNvPr>
          <p:cNvSpPr>
            <a:spLocks noGrp="1"/>
          </p:cNvSpPr>
          <p:nvPr>
            <p:ph type="body" sz="quarter" idx="17"/>
          </p:nvPr>
        </p:nvSpPr>
        <p:spPr>
          <a:xfrm>
            <a:off x="6153181" y="3559290"/>
            <a:ext cx="3646802" cy="657652"/>
          </a:xfrm>
        </p:spPr>
        <p:txBody>
          <a:bodyPr>
            <a:normAutofit/>
          </a:bodyPr>
          <a:lstStyle/>
          <a:p>
            <a:r>
              <a:rPr lang="en-US" sz="1200" dirty="0"/>
              <a:t>Corruption perception low (30/100) Press freedom low (24.7/100) Administrative delays severe (0.19)</a:t>
            </a:r>
          </a:p>
        </p:txBody>
      </p:sp>
      <p:sp>
        <p:nvSpPr>
          <p:cNvPr id="52" name="Slide Number Placeholder 51">
            <a:extLst>
              <a:ext uri="{FF2B5EF4-FFF2-40B4-BE49-F238E27FC236}">
                <a16:creationId xmlns:a16="http://schemas.microsoft.com/office/drawing/2014/main" id="{BD1651FB-5427-4C2E-968C-077A5FCB9D89}"/>
              </a:ext>
            </a:extLst>
          </p:cNvPr>
          <p:cNvSpPr>
            <a:spLocks noGrp="1"/>
          </p:cNvSpPr>
          <p:nvPr>
            <p:ph type="sldNum" sz="quarter" idx="12"/>
          </p:nvPr>
        </p:nvSpPr>
        <p:spPr>
          <a:xfrm>
            <a:off x="8610600" y="6356350"/>
            <a:ext cx="2743200" cy="365125"/>
          </a:xfrm>
        </p:spPr>
        <p:txBody>
          <a:bodyPr/>
          <a:lstStyle/>
          <a:p>
            <a:fld id="{B5CEABB6-07DC-46E8-9B57-56EC44A396E5}" type="slidenum">
              <a:rPr lang="en-US" smtClean="0"/>
              <a:pPr/>
              <a:t>4</a:t>
            </a:fld>
            <a:endParaRPr lang="en-US" dirty="0"/>
          </a:p>
        </p:txBody>
      </p:sp>
      <p:sp>
        <p:nvSpPr>
          <p:cNvPr id="5" name="Text Placeholder 25">
            <a:extLst>
              <a:ext uri="{FF2B5EF4-FFF2-40B4-BE49-F238E27FC236}">
                <a16:creationId xmlns:a16="http://schemas.microsoft.com/office/drawing/2014/main" id="{D42791AA-6510-8BD0-A0FA-F470EAF98835}"/>
              </a:ext>
            </a:extLst>
          </p:cNvPr>
          <p:cNvSpPr>
            <a:spLocks noGrp="1"/>
          </p:cNvSpPr>
          <p:nvPr>
            <p:ph type="body" sz="quarter" idx="21"/>
          </p:nvPr>
        </p:nvSpPr>
        <p:spPr>
          <a:xfrm flipH="1">
            <a:off x="4495799" y="4216942"/>
            <a:ext cx="6773862" cy="3085557"/>
          </a:xfrm>
        </p:spPr>
        <p:txBody>
          <a:bodyPr>
            <a:normAutofit/>
          </a:bodyPr>
          <a:lstStyle/>
          <a:p>
            <a:r>
              <a:rPr lang="en-US" sz="1300" b="1" dirty="0"/>
              <a:t>Indicator Diagnosis</a:t>
            </a:r>
          </a:p>
          <a:p>
            <a:r>
              <a:rPr lang="en-US" sz="1300" dirty="0"/>
              <a:t>Egypt demonstrates strong security-related performance with low homicide rates and effective crime control.</a:t>
            </a:r>
            <a:br>
              <a:rPr lang="en-US" sz="1300" dirty="0"/>
            </a:br>
            <a:r>
              <a:rPr lang="en-US" sz="1300" dirty="0"/>
              <a:t>However, institutional indicators remain weak.</a:t>
            </a:r>
          </a:p>
          <a:p>
            <a:r>
              <a:rPr lang="en-US" sz="1300" dirty="0"/>
              <a:t>The weakest indicator is administrative timeliness (0.19), reflecting bureaucracy and slow governmental procedures.</a:t>
            </a:r>
            <a:br>
              <a:rPr lang="en-US" sz="1300" dirty="0"/>
            </a:br>
            <a:r>
              <a:rPr lang="en-US" sz="1300" dirty="0"/>
              <a:t>Corruption perception and press freedom also remain major barriers to institutional trust and transparency.</a:t>
            </a:r>
          </a:p>
          <a:p>
            <a:endParaRPr lang="en-US" dirty="0"/>
          </a:p>
        </p:txBody>
      </p:sp>
    </p:spTree>
    <p:extLst>
      <p:ext uri="{BB962C8B-B14F-4D97-AF65-F5344CB8AC3E}">
        <p14:creationId xmlns:p14="http://schemas.microsoft.com/office/powerpoint/2010/main" val="11961915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F2E895-121F-D3B8-D0D1-77B2B16048F7}"/>
            </a:ext>
          </a:extLst>
        </p:cNvPr>
        <p:cNvGrpSpPr/>
        <p:nvPr/>
      </p:nvGrpSpPr>
      <p:grpSpPr>
        <a:xfrm>
          <a:off x="0" y="0"/>
          <a:ext cx="0" cy="0"/>
          <a:chOff x="0" y="0"/>
          <a:chExt cx="0" cy="0"/>
        </a:xfrm>
      </p:grpSpPr>
      <p:pic>
        <p:nvPicPr>
          <p:cNvPr id="10" name="Picture Placeholder 9" descr="black and white image of bar graphs">
            <a:extLst>
              <a:ext uri="{FF2B5EF4-FFF2-40B4-BE49-F238E27FC236}">
                <a16:creationId xmlns:a16="http://schemas.microsoft.com/office/drawing/2014/main" id="{BD83EE82-9D26-6465-34E2-9B7BB44BDF88}"/>
              </a:ext>
            </a:extLst>
          </p:cNvPr>
          <p:cNvPicPr>
            <a:picLocks noGrp="1" noChangeAspect="1"/>
          </p:cNvPicPr>
          <p:nvPr>
            <p:ph type="pic" sz="quarter" idx="34"/>
          </p:nvPr>
        </p:nvPicPr>
        <p:blipFill rotWithShape="1">
          <a:blip r:embed="rId2">
            <a:extLst>
              <a:ext uri="{28A0092B-C50C-407E-A947-70E740481C1C}">
                <a14:useLocalDpi xmlns:a14="http://schemas.microsoft.com/office/drawing/2010/main"/>
              </a:ext>
            </a:extLst>
          </a:blip>
          <a:srcRect/>
          <a:stretch/>
        </p:blipFill>
        <p:spPr>
          <a:xfrm>
            <a:off x="3048" y="0"/>
            <a:ext cx="12188952" cy="6858000"/>
          </a:xfrm>
        </p:spPr>
      </p:pic>
      <p:pic>
        <p:nvPicPr>
          <p:cNvPr id="4" name="Picture 3">
            <a:extLst>
              <a:ext uri="{FF2B5EF4-FFF2-40B4-BE49-F238E27FC236}">
                <a16:creationId xmlns:a16="http://schemas.microsoft.com/office/drawing/2014/main" id="{62CE0ADD-321E-D438-427D-6C68F1EBD3CE}"/>
              </a:ext>
            </a:extLst>
          </p:cNvPr>
          <p:cNvPicPr>
            <a:picLocks noChangeAspect="1"/>
          </p:cNvPicPr>
          <p:nvPr/>
        </p:nvPicPr>
        <p:blipFill>
          <a:blip r:embed="rId3"/>
          <a:srcRect l="8896" r="6468"/>
          <a:stretch>
            <a:fillRect/>
          </a:stretch>
        </p:blipFill>
        <p:spPr>
          <a:xfrm>
            <a:off x="698643" y="607986"/>
            <a:ext cx="10791665" cy="6001145"/>
          </a:xfrm>
          <a:prstGeom prst="rect">
            <a:avLst/>
          </a:prstGeom>
        </p:spPr>
      </p:pic>
    </p:spTree>
    <p:extLst>
      <p:ext uri="{BB962C8B-B14F-4D97-AF65-F5344CB8AC3E}">
        <p14:creationId xmlns:p14="http://schemas.microsoft.com/office/powerpoint/2010/main" val="4745464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A780F3-4F7C-5AA8-D88E-82704D81413D}"/>
            </a:ext>
          </a:extLst>
        </p:cNvPr>
        <p:cNvGrpSpPr/>
        <p:nvPr/>
      </p:nvGrpSpPr>
      <p:grpSpPr>
        <a:xfrm>
          <a:off x="0" y="0"/>
          <a:ext cx="0" cy="0"/>
          <a:chOff x="0" y="0"/>
          <a:chExt cx="0" cy="0"/>
        </a:xfrm>
      </p:grpSpPr>
      <p:pic>
        <p:nvPicPr>
          <p:cNvPr id="10" name="Picture Placeholder 9" descr="black and white image of bar graphs">
            <a:extLst>
              <a:ext uri="{FF2B5EF4-FFF2-40B4-BE49-F238E27FC236}">
                <a16:creationId xmlns:a16="http://schemas.microsoft.com/office/drawing/2014/main" id="{D75E6956-40B5-EF55-75B9-6D0E52DF6A9A}"/>
              </a:ext>
            </a:extLst>
          </p:cNvPr>
          <p:cNvPicPr>
            <a:picLocks noGrp="1" noChangeAspect="1"/>
          </p:cNvPicPr>
          <p:nvPr>
            <p:ph type="pic" sz="quarter" idx="34"/>
          </p:nvPr>
        </p:nvPicPr>
        <p:blipFill rotWithShape="1">
          <a:blip r:embed="rId2">
            <a:extLst>
              <a:ext uri="{28A0092B-C50C-407E-A947-70E740481C1C}">
                <a14:useLocalDpi xmlns:a14="http://schemas.microsoft.com/office/drawing/2010/main"/>
              </a:ext>
            </a:extLst>
          </a:blip>
          <a:srcRect/>
          <a:stretch/>
        </p:blipFill>
        <p:spPr>
          <a:xfrm>
            <a:off x="0" y="0"/>
            <a:ext cx="12188952" cy="6858000"/>
          </a:xfrm>
        </p:spPr>
      </p:pic>
      <p:graphicFrame>
        <p:nvGraphicFramePr>
          <p:cNvPr id="5" name="Table 4">
            <a:extLst>
              <a:ext uri="{FF2B5EF4-FFF2-40B4-BE49-F238E27FC236}">
                <a16:creationId xmlns:a16="http://schemas.microsoft.com/office/drawing/2014/main" id="{CA0AA990-88EE-585F-94D6-CE85D605DE73}"/>
              </a:ext>
            </a:extLst>
          </p:cNvPr>
          <p:cNvGraphicFramePr>
            <a:graphicFrameLocks noGrp="1"/>
          </p:cNvGraphicFramePr>
          <p:nvPr>
            <p:extLst>
              <p:ext uri="{D42A27DB-BD31-4B8C-83A1-F6EECF244321}">
                <p14:modId xmlns:p14="http://schemas.microsoft.com/office/powerpoint/2010/main" val="2216067822"/>
              </p:ext>
            </p:extLst>
          </p:nvPr>
        </p:nvGraphicFramePr>
        <p:xfrm>
          <a:off x="953311" y="1595336"/>
          <a:ext cx="9805480" cy="4097881"/>
        </p:xfrm>
        <a:graphic>
          <a:graphicData uri="http://schemas.openxmlformats.org/drawingml/2006/table">
            <a:tbl>
              <a:tblPr>
                <a:tableStyleId>{306799F8-075E-4A3A-A7F6-7FBC6576F1A4}</a:tableStyleId>
              </a:tblPr>
              <a:tblGrid>
                <a:gridCol w="2451370">
                  <a:extLst>
                    <a:ext uri="{9D8B030D-6E8A-4147-A177-3AD203B41FA5}">
                      <a16:colId xmlns:a16="http://schemas.microsoft.com/office/drawing/2014/main" val="3824043993"/>
                    </a:ext>
                  </a:extLst>
                </a:gridCol>
                <a:gridCol w="2451370">
                  <a:extLst>
                    <a:ext uri="{9D8B030D-6E8A-4147-A177-3AD203B41FA5}">
                      <a16:colId xmlns:a16="http://schemas.microsoft.com/office/drawing/2014/main" val="2419013786"/>
                    </a:ext>
                  </a:extLst>
                </a:gridCol>
                <a:gridCol w="2451370">
                  <a:extLst>
                    <a:ext uri="{9D8B030D-6E8A-4147-A177-3AD203B41FA5}">
                      <a16:colId xmlns:a16="http://schemas.microsoft.com/office/drawing/2014/main" val="3349698964"/>
                    </a:ext>
                  </a:extLst>
                </a:gridCol>
                <a:gridCol w="2451370">
                  <a:extLst>
                    <a:ext uri="{9D8B030D-6E8A-4147-A177-3AD203B41FA5}">
                      <a16:colId xmlns:a16="http://schemas.microsoft.com/office/drawing/2014/main" val="3831286424"/>
                    </a:ext>
                  </a:extLst>
                </a:gridCol>
              </a:tblGrid>
              <a:tr h="729610">
                <a:tc>
                  <a:txBody>
                    <a:bodyPr/>
                    <a:lstStyle/>
                    <a:p>
                      <a:pPr algn="l">
                        <a:buNone/>
                      </a:pPr>
                      <a:r>
                        <a:rPr lang="en-US" sz="2000" b="1" dirty="0">
                          <a:solidFill>
                            <a:schemeClr val="tx1"/>
                          </a:solidFill>
                        </a:rPr>
                        <a:t>Governance Issue</a:t>
                      </a:r>
                    </a:p>
                  </a:txBody>
                  <a:tcPr anchor="ctr"/>
                </a:tc>
                <a:tc>
                  <a:txBody>
                    <a:bodyPr/>
                    <a:lstStyle/>
                    <a:p>
                      <a:pPr algn="l">
                        <a:buNone/>
                      </a:pPr>
                      <a:r>
                        <a:rPr lang="en-US" sz="2000" b="1" dirty="0">
                          <a:solidFill>
                            <a:schemeClr val="tx1"/>
                          </a:solidFill>
                        </a:rPr>
                        <a:t>Performance Score</a:t>
                      </a:r>
                    </a:p>
                  </a:txBody>
                  <a:tcPr anchor="ctr"/>
                </a:tc>
                <a:tc>
                  <a:txBody>
                    <a:bodyPr/>
                    <a:lstStyle/>
                    <a:p>
                      <a:pPr algn="l">
                        <a:buNone/>
                      </a:pPr>
                      <a:r>
                        <a:rPr lang="en-US" sz="2000" b="1">
                          <a:solidFill>
                            <a:schemeClr val="tx1"/>
                          </a:solidFill>
                        </a:rPr>
                        <a:t>Risk Impact</a:t>
                      </a:r>
                    </a:p>
                  </a:txBody>
                  <a:tcPr anchor="ctr"/>
                </a:tc>
                <a:tc>
                  <a:txBody>
                    <a:bodyPr/>
                    <a:lstStyle/>
                    <a:p>
                      <a:pPr algn="l">
                        <a:buNone/>
                      </a:pPr>
                      <a:r>
                        <a:rPr lang="en-US" sz="2000" b="1" dirty="0">
                          <a:solidFill>
                            <a:schemeClr val="tx1"/>
                          </a:solidFill>
                        </a:rPr>
                        <a:t>Interpretation</a:t>
                      </a:r>
                    </a:p>
                  </a:txBody>
                  <a:tcPr anchor="ctr"/>
                </a:tc>
                <a:extLst>
                  <a:ext uri="{0D108BD9-81ED-4DB2-BD59-A6C34878D82A}">
                    <a16:rowId xmlns:a16="http://schemas.microsoft.com/office/drawing/2014/main" val="3688714612"/>
                  </a:ext>
                </a:extLst>
              </a:tr>
              <a:tr h="755976">
                <a:tc>
                  <a:txBody>
                    <a:bodyPr/>
                    <a:lstStyle/>
                    <a:p>
                      <a:pPr algn="l">
                        <a:buNone/>
                      </a:pPr>
                      <a:r>
                        <a:rPr lang="en-US" sz="2000" b="1" dirty="0"/>
                        <a:t>Bureaucracy</a:t>
                      </a:r>
                    </a:p>
                  </a:txBody>
                  <a:tcPr anchor="ctr"/>
                </a:tc>
                <a:tc>
                  <a:txBody>
                    <a:bodyPr/>
                    <a:lstStyle/>
                    <a:p>
                      <a:pPr algn="l">
                        <a:buNone/>
                      </a:pPr>
                      <a:r>
                        <a:rPr lang="en-US" sz="2000" b="1" dirty="0"/>
                        <a:t>19</a:t>
                      </a:r>
                    </a:p>
                  </a:txBody>
                  <a:tcPr anchor="ctr"/>
                </a:tc>
                <a:tc>
                  <a:txBody>
                    <a:bodyPr/>
                    <a:lstStyle/>
                    <a:p>
                      <a:pPr algn="l">
                        <a:buNone/>
                      </a:pPr>
                      <a:r>
                        <a:rPr lang="en-US" sz="2000" b="1" dirty="0"/>
                        <a:t>10</a:t>
                      </a:r>
                    </a:p>
                  </a:txBody>
                  <a:tcPr anchor="ctr"/>
                </a:tc>
                <a:tc>
                  <a:txBody>
                    <a:bodyPr/>
                    <a:lstStyle/>
                    <a:p>
                      <a:pPr algn="l">
                        <a:buNone/>
                      </a:pPr>
                      <a:r>
                        <a:rPr lang="en-US" sz="2000" b="1" dirty="0"/>
                        <a:t>Critical bottleneck – worst overall</a:t>
                      </a:r>
                    </a:p>
                  </a:txBody>
                  <a:tcPr anchor="ctr"/>
                </a:tc>
                <a:extLst>
                  <a:ext uri="{0D108BD9-81ED-4DB2-BD59-A6C34878D82A}">
                    <a16:rowId xmlns:a16="http://schemas.microsoft.com/office/drawing/2014/main" val="623143568"/>
                  </a:ext>
                </a:extLst>
              </a:tr>
              <a:tr h="729610">
                <a:tc>
                  <a:txBody>
                    <a:bodyPr/>
                    <a:lstStyle/>
                    <a:p>
                      <a:pPr algn="l">
                        <a:buNone/>
                      </a:pPr>
                      <a:r>
                        <a:rPr lang="en-US" sz="2000" b="1" dirty="0"/>
                        <a:t>Corruption</a:t>
                      </a:r>
                    </a:p>
                  </a:txBody>
                  <a:tcPr anchor="ctr"/>
                </a:tc>
                <a:tc>
                  <a:txBody>
                    <a:bodyPr/>
                    <a:lstStyle/>
                    <a:p>
                      <a:pPr algn="l">
                        <a:buNone/>
                      </a:pPr>
                      <a:r>
                        <a:rPr lang="en-US" sz="2000" b="1" dirty="0"/>
                        <a:t>30</a:t>
                      </a:r>
                    </a:p>
                  </a:txBody>
                  <a:tcPr anchor="ctr"/>
                </a:tc>
                <a:tc>
                  <a:txBody>
                    <a:bodyPr/>
                    <a:lstStyle/>
                    <a:p>
                      <a:pPr algn="l">
                        <a:buNone/>
                      </a:pPr>
                      <a:r>
                        <a:rPr lang="en-US" sz="2000" b="1" dirty="0"/>
                        <a:t>9</a:t>
                      </a:r>
                    </a:p>
                  </a:txBody>
                  <a:tcPr anchor="ctr"/>
                </a:tc>
                <a:tc>
                  <a:txBody>
                    <a:bodyPr/>
                    <a:lstStyle/>
                    <a:p>
                      <a:pPr algn="l">
                        <a:buNone/>
                      </a:pPr>
                      <a:r>
                        <a:rPr lang="en-US" sz="2000" b="1" dirty="0"/>
                        <a:t>High systemic institutional risk</a:t>
                      </a:r>
                    </a:p>
                  </a:txBody>
                  <a:tcPr anchor="ctr"/>
                </a:tc>
                <a:extLst>
                  <a:ext uri="{0D108BD9-81ED-4DB2-BD59-A6C34878D82A}">
                    <a16:rowId xmlns:a16="http://schemas.microsoft.com/office/drawing/2014/main" val="3677910805"/>
                  </a:ext>
                </a:extLst>
              </a:tr>
              <a:tr h="876845">
                <a:tc>
                  <a:txBody>
                    <a:bodyPr/>
                    <a:lstStyle/>
                    <a:p>
                      <a:pPr algn="l">
                        <a:buNone/>
                      </a:pPr>
                      <a:r>
                        <a:rPr lang="en-US" sz="2000" b="1" dirty="0"/>
                        <a:t>Press Freedom</a:t>
                      </a:r>
                    </a:p>
                  </a:txBody>
                  <a:tcPr anchor="ctr"/>
                </a:tc>
                <a:tc>
                  <a:txBody>
                    <a:bodyPr/>
                    <a:lstStyle/>
                    <a:p>
                      <a:pPr algn="l">
                        <a:buNone/>
                      </a:pPr>
                      <a:r>
                        <a:rPr lang="en-US" sz="2000" b="1" dirty="0"/>
                        <a:t>24.7</a:t>
                      </a:r>
                    </a:p>
                  </a:txBody>
                  <a:tcPr anchor="ctr"/>
                </a:tc>
                <a:tc>
                  <a:txBody>
                    <a:bodyPr/>
                    <a:lstStyle/>
                    <a:p>
                      <a:pPr algn="l">
                        <a:buNone/>
                      </a:pPr>
                      <a:r>
                        <a:rPr lang="en-US" sz="2000" b="1" dirty="0"/>
                        <a:t>8</a:t>
                      </a:r>
                    </a:p>
                  </a:txBody>
                  <a:tcPr anchor="ctr"/>
                </a:tc>
                <a:tc>
                  <a:txBody>
                    <a:bodyPr/>
                    <a:lstStyle/>
                    <a:p>
                      <a:pPr algn="l">
                        <a:buNone/>
                      </a:pPr>
                      <a:r>
                        <a:rPr lang="en-US" sz="2000" b="1"/>
                        <a:t>Weak transparency &amp; accountability</a:t>
                      </a:r>
                    </a:p>
                  </a:txBody>
                  <a:tcPr anchor="ctr"/>
                </a:tc>
                <a:extLst>
                  <a:ext uri="{0D108BD9-81ED-4DB2-BD59-A6C34878D82A}">
                    <a16:rowId xmlns:a16="http://schemas.microsoft.com/office/drawing/2014/main" val="1516692663"/>
                  </a:ext>
                </a:extLst>
              </a:tr>
              <a:tr h="876845">
                <a:tc>
                  <a:txBody>
                    <a:bodyPr/>
                    <a:lstStyle/>
                    <a:p>
                      <a:pPr algn="l">
                        <a:buNone/>
                      </a:pPr>
                      <a:r>
                        <a:rPr lang="en-US" sz="2000" b="1" dirty="0"/>
                        <a:t>Justice</a:t>
                      </a:r>
                    </a:p>
                  </a:txBody>
                  <a:tcPr anchor="ctr"/>
                </a:tc>
                <a:tc>
                  <a:txBody>
                    <a:bodyPr/>
                    <a:lstStyle/>
                    <a:p>
                      <a:pPr algn="l">
                        <a:buNone/>
                      </a:pPr>
                      <a:r>
                        <a:rPr lang="en-US" sz="2000" b="1" dirty="0"/>
                        <a:t>45</a:t>
                      </a:r>
                    </a:p>
                  </a:txBody>
                  <a:tcPr anchor="ctr"/>
                </a:tc>
                <a:tc>
                  <a:txBody>
                    <a:bodyPr/>
                    <a:lstStyle/>
                    <a:p>
                      <a:pPr algn="l">
                        <a:buNone/>
                      </a:pPr>
                      <a:r>
                        <a:rPr lang="en-US" sz="2000" b="1" dirty="0"/>
                        <a:t>7</a:t>
                      </a:r>
                    </a:p>
                  </a:txBody>
                  <a:tcPr anchor="ctr"/>
                </a:tc>
                <a:tc>
                  <a:txBody>
                    <a:bodyPr/>
                    <a:lstStyle/>
                    <a:p>
                      <a:pPr algn="l">
                        <a:buNone/>
                      </a:pPr>
                      <a:r>
                        <a:rPr lang="en-US" sz="2000" b="1" dirty="0"/>
                        <a:t>Moderate performance, needs reform</a:t>
                      </a:r>
                    </a:p>
                  </a:txBody>
                  <a:tcPr anchor="ctr"/>
                </a:tc>
                <a:extLst>
                  <a:ext uri="{0D108BD9-81ED-4DB2-BD59-A6C34878D82A}">
                    <a16:rowId xmlns:a16="http://schemas.microsoft.com/office/drawing/2014/main" val="387399861"/>
                  </a:ext>
                </a:extLst>
              </a:tr>
            </a:tbl>
          </a:graphicData>
        </a:graphic>
      </p:graphicFrame>
    </p:spTree>
    <p:extLst>
      <p:ext uri="{BB962C8B-B14F-4D97-AF65-F5344CB8AC3E}">
        <p14:creationId xmlns:p14="http://schemas.microsoft.com/office/powerpoint/2010/main" val="31087547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Placeholder 7" descr="photo of coins on a table&#10;">
            <a:extLst>
              <a:ext uri="{FF2B5EF4-FFF2-40B4-BE49-F238E27FC236}">
                <a16:creationId xmlns:a16="http://schemas.microsoft.com/office/drawing/2014/main" id="{A78432FC-7702-44D2-9799-5CC8D3D0C06C}"/>
              </a:ext>
            </a:extLst>
          </p:cNvPr>
          <p:cNvPicPr>
            <a:picLocks noGrp="1" noChangeAspect="1"/>
          </p:cNvPicPr>
          <p:nvPr>
            <p:ph type="pic" sz="quarter" idx="13"/>
          </p:nvPr>
        </p:nvPicPr>
        <p:blipFill rotWithShape="1">
          <a:blip r:embed="rId2" cstate="screen">
            <a:extLst>
              <a:ext uri="{28A0092B-C50C-407E-A947-70E740481C1C}">
                <a14:useLocalDpi xmlns:a14="http://schemas.microsoft.com/office/drawing/2010/main"/>
              </a:ext>
            </a:extLst>
          </a:blip>
          <a:srcRect/>
          <a:stretch/>
        </p:blipFill>
        <p:spPr>
          <a:xfrm>
            <a:off x="1588" y="0"/>
            <a:ext cx="12188825" cy="6858000"/>
          </a:xfrm>
        </p:spPr>
      </p:pic>
      <p:sp>
        <p:nvSpPr>
          <p:cNvPr id="2" name="Title 1">
            <a:extLst>
              <a:ext uri="{FF2B5EF4-FFF2-40B4-BE49-F238E27FC236}">
                <a16:creationId xmlns:a16="http://schemas.microsoft.com/office/drawing/2014/main" id="{7291CFAB-A735-4A31-A51D-42FE1F5E94E0}"/>
              </a:ext>
            </a:extLst>
          </p:cNvPr>
          <p:cNvSpPr>
            <a:spLocks noGrp="1"/>
          </p:cNvSpPr>
          <p:nvPr>
            <p:ph type="title"/>
          </p:nvPr>
        </p:nvSpPr>
        <p:spPr>
          <a:xfrm>
            <a:off x="841248" y="858957"/>
            <a:ext cx="4032504" cy="1325563"/>
          </a:xfrm>
        </p:spPr>
        <p:txBody>
          <a:bodyPr/>
          <a:lstStyle/>
          <a:p>
            <a:r>
              <a:rPr lang="en-US" dirty="0">
                <a:solidFill>
                  <a:schemeClr val="tx1"/>
                </a:solidFill>
              </a:rPr>
              <a:t>International Comparison</a:t>
            </a:r>
          </a:p>
        </p:txBody>
      </p:sp>
      <p:sp>
        <p:nvSpPr>
          <p:cNvPr id="28" name="Text Placeholder 27">
            <a:extLst>
              <a:ext uri="{FF2B5EF4-FFF2-40B4-BE49-F238E27FC236}">
                <a16:creationId xmlns:a16="http://schemas.microsoft.com/office/drawing/2014/main" id="{25D79B6A-A890-45AF-A99D-5F70F6C80238}"/>
              </a:ext>
            </a:extLst>
          </p:cNvPr>
          <p:cNvSpPr>
            <a:spLocks noGrp="1"/>
          </p:cNvSpPr>
          <p:nvPr>
            <p:ph type="body" sz="quarter" idx="19"/>
          </p:nvPr>
        </p:nvSpPr>
        <p:spPr>
          <a:xfrm>
            <a:off x="407504" y="4890052"/>
            <a:ext cx="11021735" cy="1679712"/>
          </a:xfrm>
        </p:spPr>
        <p:txBody>
          <a:bodyPr/>
          <a:lstStyle/>
          <a:p>
            <a:r>
              <a:rPr lang="en-US" sz="2800" b="1" dirty="0">
                <a:solidFill>
                  <a:schemeClr val="tx1"/>
                </a:solidFill>
              </a:rPr>
              <a:t>Benchmarking Analysis</a:t>
            </a:r>
          </a:p>
          <a:p>
            <a:r>
              <a:rPr lang="en-US" dirty="0"/>
              <a:t>Finland significantly outperforms Egypt across all institutional indicators, particularly in corruption control, press freedom, and administrative efficiency.</a:t>
            </a:r>
          </a:p>
          <a:p>
            <a:r>
              <a:rPr lang="en-US" dirty="0"/>
              <a:t>Jordan performs better than Egypt in justice accessibility and institutional responsiveness, although both countries still face governance challenges.</a:t>
            </a:r>
          </a:p>
          <a:p>
            <a:r>
              <a:rPr lang="en-US" dirty="0"/>
              <a:t>The largest performance gap appears in administrative efficiency and corruption control.</a:t>
            </a:r>
          </a:p>
          <a:p>
            <a:endParaRPr lang="en-US" dirty="0"/>
          </a:p>
        </p:txBody>
      </p:sp>
      <p:graphicFrame>
        <p:nvGraphicFramePr>
          <p:cNvPr id="3" name="Table 2">
            <a:extLst>
              <a:ext uri="{FF2B5EF4-FFF2-40B4-BE49-F238E27FC236}">
                <a16:creationId xmlns:a16="http://schemas.microsoft.com/office/drawing/2014/main" id="{D1DA57AF-61F9-614C-17BC-2C206C67454A}"/>
              </a:ext>
            </a:extLst>
          </p:cNvPr>
          <p:cNvGraphicFramePr>
            <a:graphicFrameLocks noGrp="1"/>
          </p:cNvGraphicFramePr>
          <p:nvPr>
            <p:extLst>
              <p:ext uri="{D42A27DB-BD31-4B8C-83A1-F6EECF244321}">
                <p14:modId xmlns:p14="http://schemas.microsoft.com/office/powerpoint/2010/main" val="901922057"/>
              </p:ext>
            </p:extLst>
          </p:nvPr>
        </p:nvGraphicFramePr>
        <p:xfrm>
          <a:off x="407504" y="2832653"/>
          <a:ext cx="10946294" cy="1828800"/>
        </p:xfrm>
        <a:graphic>
          <a:graphicData uri="http://schemas.openxmlformats.org/drawingml/2006/table">
            <a:tbl>
              <a:tblPr>
                <a:tableStyleId>{306799F8-075E-4A3A-A7F6-7FBC6576F1A4}</a:tableStyleId>
              </a:tblPr>
              <a:tblGrid>
                <a:gridCol w="2617304">
                  <a:extLst>
                    <a:ext uri="{9D8B030D-6E8A-4147-A177-3AD203B41FA5}">
                      <a16:colId xmlns:a16="http://schemas.microsoft.com/office/drawing/2014/main" val="2992309914"/>
                    </a:ext>
                  </a:extLst>
                </a:gridCol>
                <a:gridCol w="2776330">
                  <a:extLst>
                    <a:ext uri="{9D8B030D-6E8A-4147-A177-3AD203B41FA5}">
                      <a16:colId xmlns:a16="http://schemas.microsoft.com/office/drawing/2014/main" val="4058766767"/>
                    </a:ext>
                  </a:extLst>
                </a:gridCol>
                <a:gridCol w="2776330">
                  <a:extLst>
                    <a:ext uri="{9D8B030D-6E8A-4147-A177-3AD203B41FA5}">
                      <a16:colId xmlns:a16="http://schemas.microsoft.com/office/drawing/2014/main" val="3653756009"/>
                    </a:ext>
                  </a:extLst>
                </a:gridCol>
                <a:gridCol w="2776330">
                  <a:extLst>
                    <a:ext uri="{9D8B030D-6E8A-4147-A177-3AD203B41FA5}">
                      <a16:colId xmlns:a16="http://schemas.microsoft.com/office/drawing/2014/main" val="1143349624"/>
                    </a:ext>
                  </a:extLst>
                </a:gridCol>
              </a:tblGrid>
              <a:tr h="285767">
                <a:tc>
                  <a:txBody>
                    <a:bodyPr/>
                    <a:lstStyle/>
                    <a:p>
                      <a:pPr>
                        <a:buNone/>
                      </a:pPr>
                      <a:r>
                        <a:rPr lang="en-US"/>
                        <a:t>Indicator</a:t>
                      </a:r>
                    </a:p>
                  </a:txBody>
                  <a:tcPr anchor="ctr"/>
                </a:tc>
                <a:tc>
                  <a:txBody>
                    <a:bodyPr/>
                    <a:lstStyle/>
                    <a:p>
                      <a:pPr algn="r">
                        <a:buNone/>
                      </a:pPr>
                      <a:r>
                        <a:rPr lang="en-US"/>
                        <a:t>Egypt</a:t>
                      </a:r>
                    </a:p>
                  </a:txBody>
                  <a:tcPr anchor="ctr"/>
                </a:tc>
                <a:tc>
                  <a:txBody>
                    <a:bodyPr/>
                    <a:lstStyle/>
                    <a:p>
                      <a:pPr algn="r">
                        <a:buNone/>
                      </a:pPr>
                      <a:r>
                        <a:rPr lang="en-US"/>
                        <a:t>Finland</a:t>
                      </a:r>
                    </a:p>
                  </a:txBody>
                  <a:tcPr anchor="ctr"/>
                </a:tc>
                <a:tc>
                  <a:txBody>
                    <a:bodyPr/>
                    <a:lstStyle/>
                    <a:p>
                      <a:pPr algn="r">
                        <a:buNone/>
                      </a:pPr>
                      <a:r>
                        <a:rPr lang="en-US"/>
                        <a:t>Jordan</a:t>
                      </a:r>
                    </a:p>
                  </a:txBody>
                  <a:tcPr anchor="ctr"/>
                </a:tc>
                <a:extLst>
                  <a:ext uri="{0D108BD9-81ED-4DB2-BD59-A6C34878D82A}">
                    <a16:rowId xmlns:a16="http://schemas.microsoft.com/office/drawing/2014/main" val="1348802379"/>
                  </a:ext>
                </a:extLst>
              </a:tr>
              <a:tr h="258349">
                <a:tc>
                  <a:txBody>
                    <a:bodyPr/>
                    <a:lstStyle/>
                    <a:p>
                      <a:pPr>
                        <a:buNone/>
                      </a:pPr>
                      <a:r>
                        <a:rPr lang="en-US" dirty="0"/>
                        <a:t>Corruption</a:t>
                      </a:r>
                    </a:p>
                  </a:txBody>
                  <a:tcPr anchor="ctr"/>
                </a:tc>
                <a:tc>
                  <a:txBody>
                    <a:bodyPr/>
                    <a:lstStyle/>
                    <a:p>
                      <a:pPr algn="r">
                        <a:buNone/>
                      </a:pPr>
                      <a:r>
                        <a:rPr lang="en-US" dirty="0"/>
                        <a:t>30</a:t>
                      </a:r>
                    </a:p>
                  </a:txBody>
                  <a:tcPr anchor="ctr"/>
                </a:tc>
                <a:tc>
                  <a:txBody>
                    <a:bodyPr/>
                    <a:lstStyle/>
                    <a:p>
                      <a:pPr algn="r">
                        <a:buNone/>
                      </a:pPr>
                      <a:r>
                        <a:rPr lang="en-US"/>
                        <a:t>88</a:t>
                      </a:r>
                    </a:p>
                  </a:txBody>
                  <a:tcPr anchor="ctr"/>
                </a:tc>
                <a:tc>
                  <a:txBody>
                    <a:bodyPr/>
                    <a:lstStyle/>
                    <a:p>
                      <a:pPr algn="r">
                        <a:buNone/>
                      </a:pPr>
                      <a:r>
                        <a:rPr lang="en-US"/>
                        <a:t>49</a:t>
                      </a:r>
                    </a:p>
                  </a:txBody>
                  <a:tcPr anchor="ctr"/>
                </a:tc>
                <a:extLst>
                  <a:ext uri="{0D108BD9-81ED-4DB2-BD59-A6C34878D82A}">
                    <a16:rowId xmlns:a16="http://schemas.microsoft.com/office/drawing/2014/main" val="765591401"/>
                  </a:ext>
                </a:extLst>
              </a:tr>
              <a:tr h="285767">
                <a:tc>
                  <a:txBody>
                    <a:bodyPr/>
                    <a:lstStyle/>
                    <a:p>
                      <a:pPr>
                        <a:buNone/>
                      </a:pPr>
                      <a:r>
                        <a:rPr lang="en-US"/>
                        <a:t>Press Freedom</a:t>
                      </a:r>
                    </a:p>
                  </a:txBody>
                  <a:tcPr anchor="ctr"/>
                </a:tc>
                <a:tc>
                  <a:txBody>
                    <a:bodyPr/>
                    <a:lstStyle/>
                    <a:p>
                      <a:pPr algn="r">
                        <a:buNone/>
                      </a:pPr>
                      <a:r>
                        <a:rPr lang="en-US"/>
                        <a:t>24.7</a:t>
                      </a:r>
                    </a:p>
                  </a:txBody>
                  <a:tcPr anchor="ctr"/>
                </a:tc>
                <a:tc>
                  <a:txBody>
                    <a:bodyPr/>
                    <a:lstStyle/>
                    <a:p>
                      <a:pPr algn="r">
                        <a:buNone/>
                      </a:pPr>
                      <a:r>
                        <a:rPr lang="en-US"/>
                        <a:t>87.2</a:t>
                      </a:r>
                    </a:p>
                  </a:txBody>
                  <a:tcPr anchor="ctr"/>
                </a:tc>
                <a:tc>
                  <a:txBody>
                    <a:bodyPr/>
                    <a:lstStyle/>
                    <a:p>
                      <a:pPr algn="r">
                        <a:buNone/>
                      </a:pPr>
                      <a:r>
                        <a:rPr lang="en-US"/>
                        <a:t>35.3</a:t>
                      </a:r>
                    </a:p>
                  </a:txBody>
                  <a:tcPr anchor="ctr"/>
                </a:tc>
                <a:extLst>
                  <a:ext uri="{0D108BD9-81ED-4DB2-BD59-A6C34878D82A}">
                    <a16:rowId xmlns:a16="http://schemas.microsoft.com/office/drawing/2014/main" val="3361451005"/>
                  </a:ext>
                </a:extLst>
              </a:tr>
              <a:tr h="285767">
                <a:tc>
                  <a:txBody>
                    <a:bodyPr/>
                    <a:lstStyle/>
                    <a:p>
                      <a:pPr>
                        <a:buNone/>
                      </a:pPr>
                      <a:r>
                        <a:rPr lang="en-US"/>
                        <a:t>Justice Access</a:t>
                      </a:r>
                    </a:p>
                  </a:txBody>
                  <a:tcPr anchor="ctr"/>
                </a:tc>
                <a:tc>
                  <a:txBody>
                    <a:bodyPr/>
                    <a:lstStyle/>
                    <a:p>
                      <a:pPr algn="r">
                        <a:buNone/>
                      </a:pPr>
                      <a:r>
                        <a:rPr lang="en-US"/>
                        <a:t>0.45</a:t>
                      </a:r>
                    </a:p>
                  </a:txBody>
                  <a:tcPr anchor="ctr"/>
                </a:tc>
                <a:tc>
                  <a:txBody>
                    <a:bodyPr/>
                    <a:lstStyle/>
                    <a:p>
                      <a:pPr algn="r">
                        <a:buNone/>
                      </a:pPr>
                      <a:r>
                        <a:rPr lang="en-US"/>
                        <a:t>0.71</a:t>
                      </a:r>
                    </a:p>
                  </a:txBody>
                  <a:tcPr anchor="ctr"/>
                </a:tc>
                <a:tc>
                  <a:txBody>
                    <a:bodyPr/>
                    <a:lstStyle/>
                    <a:p>
                      <a:pPr algn="r">
                        <a:buNone/>
                      </a:pPr>
                      <a:r>
                        <a:rPr lang="en-US"/>
                        <a:t>0.55</a:t>
                      </a:r>
                    </a:p>
                  </a:txBody>
                  <a:tcPr anchor="ctr"/>
                </a:tc>
                <a:extLst>
                  <a:ext uri="{0D108BD9-81ED-4DB2-BD59-A6C34878D82A}">
                    <a16:rowId xmlns:a16="http://schemas.microsoft.com/office/drawing/2014/main" val="1891374834"/>
                  </a:ext>
                </a:extLst>
              </a:tr>
              <a:tr h="285767">
                <a:tc>
                  <a:txBody>
                    <a:bodyPr/>
                    <a:lstStyle/>
                    <a:p>
                      <a:pPr>
                        <a:buNone/>
                      </a:pPr>
                      <a:r>
                        <a:rPr lang="en-US"/>
                        <a:t>Admin Timeliness</a:t>
                      </a:r>
                    </a:p>
                  </a:txBody>
                  <a:tcPr anchor="ctr"/>
                </a:tc>
                <a:tc>
                  <a:txBody>
                    <a:bodyPr/>
                    <a:lstStyle/>
                    <a:p>
                      <a:pPr algn="r">
                        <a:buNone/>
                      </a:pPr>
                      <a:r>
                        <a:rPr lang="en-US"/>
                        <a:t>0.19</a:t>
                      </a:r>
                    </a:p>
                  </a:txBody>
                  <a:tcPr anchor="ctr"/>
                </a:tc>
                <a:tc>
                  <a:txBody>
                    <a:bodyPr/>
                    <a:lstStyle/>
                    <a:p>
                      <a:pPr algn="r">
                        <a:buNone/>
                      </a:pPr>
                      <a:r>
                        <a:rPr lang="en-US"/>
                        <a:t>0.80</a:t>
                      </a:r>
                    </a:p>
                  </a:txBody>
                  <a:tcPr anchor="ctr"/>
                </a:tc>
                <a:tc>
                  <a:txBody>
                    <a:bodyPr/>
                    <a:lstStyle/>
                    <a:p>
                      <a:pPr algn="r">
                        <a:buNone/>
                      </a:pPr>
                      <a:r>
                        <a:rPr lang="en-US" dirty="0"/>
                        <a:t>0.55</a:t>
                      </a:r>
                    </a:p>
                  </a:txBody>
                  <a:tcPr anchor="ctr"/>
                </a:tc>
                <a:extLst>
                  <a:ext uri="{0D108BD9-81ED-4DB2-BD59-A6C34878D82A}">
                    <a16:rowId xmlns:a16="http://schemas.microsoft.com/office/drawing/2014/main" val="2074918485"/>
                  </a:ext>
                </a:extLst>
              </a:tr>
            </a:tbl>
          </a:graphicData>
        </a:graphic>
      </p:graphicFrame>
    </p:spTree>
    <p:extLst>
      <p:ext uri="{BB962C8B-B14F-4D97-AF65-F5344CB8AC3E}">
        <p14:creationId xmlns:p14="http://schemas.microsoft.com/office/powerpoint/2010/main" val="35077184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Placeholder 14" descr="a close up image of coins">
            <a:extLst>
              <a:ext uri="{FF2B5EF4-FFF2-40B4-BE49-F238E27FC236}">
                <a16:creationId xmlns:a16="http://schemas.microsoft.com/office/drawing/2014/main" id="{B91E178C-484E-43C6-93B4-4DF1D164602C}"/>
              </a:ext>
            </a:extLst>
          </p:cNvPr>
          <p:cNvPicPr>
            <a:picLocks noGrp="1" noChangeAspect="1"/>
          </p:cNvPicPr>
          <p:nvPr>
            <p:ph type="pic" sz="quarter" idx="13"/>
          </p:nvPr>
        </p:nvPicPr>
        <p:blipFill rotWithShape="1">
          <a:blip r:embed="rId3" cstate="screen">
            <a:extLst>
              <a:ext uri="{28A0092B-C50C-407E-A947-70E740481C1C}">
                <a14:useLocalDpi xmlns:a14="http://schemas.microsoft.com/office/drawing/2010/main"/>
              </a:ext>
            </a:extLst>
          </a:blip>
          <a:srcRect/>
          <a:stretch/>
        </p:blipFill>
        <p:spPr>
          <a:xfrm>
            <a:off x="1588" y="0"/>
            <a:ext cx="12188825" cy="6858000"/>
          </a:xfrm>
        </p:spPr>
      </p:pic>
      <p:sp>
        <p:nvSpPr>
          <p:cNvPr id="2" name="Title 1">
            <a:extLst>
              <a:ext uri="{FF2B5EF4-FFF2-40B4-BE49-F238E27FC236}">
                <a16:creationId xmlns:a16="http://schemas.microsoft.com/office/drawing/2014/main" id="{8A4E0A63-A388-49B1-A04E-27CE9BD622EF}"/>
              </a:ext>
            </a:extLst>
          </p:cNvPr>
          <p:cNvSpPr>
            <a:spLocks noGrp="1"/>
          </p:cNvSpPr>
          <p:nvPr>
            <p:ph type="title"/>
          </p:nvPr>
        </p:nvSpPr>
        <p:spPr>
          <a:xfrm>
            <a:off x="838200" y="365125"/>
            <a:ext cx="10515600" cy="1325563"/>
          </a:xfrm>
        </p:spPr>
        <p:txBody>
          <a:bodyPr/>
          <a:lstStyle/>
          <a:p>
            <a:r>
              <a:rPr lang="en-US" dirty="0">
                <a:solidFill>
                  <a:schemeClr val="tx1"/>
                </a:solidFill>
              </a:rPr>
              <a:t>Why the Difference?</a:t>
            </a:r>
            <a:endParaRPr lang="en-ZA" dirty="0">
              <a:solidFill>
                <a:schemeClr val="tx1"/>
              </a:solidFill>
            </a:endParaRPr>
          </a:p>
        </p:txBody>
      </p:sp>
      <p:sp>
        <p:nvSpPr>
          <p:cNvPr id="5" name="Text Placeholder 4">
            <a:extLst>
              <a:ext uri="{FF2B5EF4-FFF2-40B4-BE49-F238E27FC236}">
                <a16:creationId xmlns:a16="http://schemas.microsoft.com/office/drawing/2014/main" id="{06E82690-B145-4D4F-B2D1-0B2A8C50FD71}"/>
              </a:ext>
            </a:extLst>
          </p:cNvPr>
          <p:cNvSpPr>
            <a:spLocks noGrp="1"/>
          </p:cNvSpPr>
          <p:nvPr>
            <p:ph type="body" sz="quarter" idx="33"/>
          </p:nvPr>
        </p:nvSpPr>
        <p:spPr>
          <a:xfrm>
            <a:off x="1444752" y="2487165"/>
            <a:ext cx="2926080" cy="2714379"/>
          </a:xfrm>
        </p:spPr>
        <p:txBody>
          <a:bodyPr/>
          <a:lstStyle/>
          <a:p>
            <a:r>
              <a:rPr lang="en-US" dirty="0"/>
              <a:t>Governance Quality</a:t>
            </a:r>
            <a:endParaRPr lang="en-ZA" dirty="0"/>
          </a:p>
        </p:txBody>
      </p:sp>
      <p:sp>
        <p:nvSpPr>
          <p:cNvPr id="6" name="Text Placeholder 5">
            <a:extLst>
              <a:ext uri="{FF2B5EF4-FFF2-40B4-BE49-F238E27FC236}">
                <a16:creationId xmlns:a16="http://schemas.microsoft.com/office/drawing/2014/main" id="{7640DF9D-0C9E-4C5D-9635-6B4DE10CCEE5}"/>
              </a:ext>
            </a:extLst>
          </p:cNvPr>
          <p:cNvSpPr>
            <a:spLocks noGrp="1"/>
          </p:cNvSpPr>
          <p:nvPr>
            <p:ph type="body" sz="quarter" idx="34"/>
          </p:nvPr>
        </p:nvSpPr>
        <p:spPr>
          <a:xfrm>
            <a:off x="1673352" y="3374136"/>
            <a:ext cx="2468880" cy="1371600"/>
          </a:xfrm>
        </p:spPr>
        <p:txBody>
          <a:bodyPr vert="horz" lIns="91440" tIns="45720" rIns="91440" bIns="45720" rtlCol="0" anchor="t">
            <a:noAutofit/>
          </a:bodyPr>
          <a:lstStyle/>
          <a:p>
            <a:r>
              <a:rPr lang="en-ZA" noProof="1"/>
              <a:t> </a:t>
            </a:r>
            <a:r>
              <a:rPr lang="en-US" dirty="0"/>
              <a:t>Finland benefits from stronger institutional accountability and regulatory enforcement.</a:t>
            </a:r>
            <a:endParaRPr lang="en-ZA" noProof="1"/>
          </a:p>
        </p:txBody>
      </p:sp>
      <p:sp>
        <p:nvSpPr>
          <p:cNvPr id="7" name="Text Placeholder 6">
            <a:extLst>
              <a:ext uri="{FF2B5EF4-FFF2-40B4-BE49-F238E27FC236}">
                <a16:creationId xmlns:a16="http://schemas.microsoft.com/office/drawing/2014/main" id="{40297407-CE4E-4284-879D-AEC395713625}"/>
              </a:ext>
            </a:extLst>
          </p:cNvPr>
          <p:cNvSpPr>
            <a:spLocks noGrp="1"/>
          </p:cNvSpPr>
          <p:nvPr>
            <p:ph type="body" sz="quarter" idx="35"/>
          </p:nvPr>
        </p:nvSpPr>
        <p:spPr>
          <a:xfrm>
            <a:off x="4636008" y="2487165"/>
            <a:ext cx="2926080" cy="2715768"/>
          </a:xfrm>
        </p:spPr>
        <p:txBody>
          <a:bodyPr>
            <a:normAutofit/>
          </a:bodyPr>
          <a:lstStyle/>
          <a:p>
            <a:r>
              <a:rPr lang="en-US" dirty="0"/>
              <a:t>Digital Maturity</a:t>
            </a:r>
            <a:endParaRPr lang="en-ZA" dirty="0"/>
          </a:p>
        </p:txBody>
      </p:sp>
      <p:sp>
        <p:nvSpPr>
          <p:cNvPr id="8" name="Text Placeholder 7">
            <a:extLst>
              <a:ext uri="{FF2B5EF4-FFF2-40B4-BE49-F238E27FC236}">
                <a16:creationId xmlns:a16="http://schemas.microsoft.com/office/drawing/2014/main" id="{F5C3A7BE-F7FC-4942-A31A-491A8A806103}"/>
              </a:ext>
            </a:extLst>
          </p:cNvPr>
          <p:cNvSpPr>
            <a:spLocks noGrp="1"/>
          </p:cNvSpPr>
          <p:nvPr>
            <p:ph type="body" sz="quarter" idx="36"/>
          </p:nvPr>
        </p:nvSpPr>
        <p:spPr>
          <a:xfrm>
            <a:off x="4873775" y="3374136"/>
            <a:ext cx="2468880" cy="1371600"/>
          </a:xfrm>
        </p:spPr>
        <p:txBody>
          <a:bodyPr vert="horz" lIns="91440" tIns="45720" rIns="91440" bIns="45720" rtlCol="0" anchor="t">
            <a:noAutofit/>
          </a:bodyPr>
          <a:lstStyle/>
          <a:p>
            <a:r>
              <a:rPr lang="en-US" dirty="0"/>
              <a:t>Advanced e-government systems reduce delays and improve transparency.</a:t>
            </a:r>
            <a:endParaRPr lang="en-ZA" noProof="1"/>
          </a:p>
        </p:txBody>
      </p:sp>
      <p:sp>
        <p:nvSpPr>
          <p:cNvPr id="9" name="Text Placeholder 8">
            <a:extLst>
              <a:ext uri="{FF2B5EF4-FFF2-40B4-BE49-F238E27FC236}">
                <a16:creationId xmlns:a16="http://schemas.microsoft.com/office/drawing/2014/main" id="{95CCE699-03D1-4642-B46A-B14EF17DA183}"/>
              </a:ext>
            </a:extLst>
          </p:cNvPr>
          <p:cNvSpPr>
            <a:spLocks noGrp="1"/>
          </p:cNvSpPr>
          <p:nvPr>
            <p:ph type="body" sz="quarter" idx="37"/>
          </p:nvPr>
        </p:nvSpPr>
        <p:spPr>
          <a:xfrm>
            <a:off x="7790688" y="2487165"/>
            <a:ext cx="2926080" cy="2715768"/>
          </a:xfrm>
        </p:spPr>
        <p:txBody>
          <a:bodyPr>
            <a:normAutofit/>
          </a:bodyPr>
          <a:lstStyle/>
          <a:p>
            <a:r>
              <a:rPr lang="en-US" dirty="0"/>
              <a:t>Administrative Efficiency</a:t>
            </a:r>
            <a:endParaRPr lang="en-ZA" dirty="0"/>
          </a:p>
        </p:txBody>
      </p:sp>
      <p:sp>
        <p:nvSpPr>
          <p:cNvPr id="10" name="Text Placeholder 9">
            <a:extLst>
              <a:ext uri="{FF2B5EF4-FFF2-40B4-BE49-F238E27FC236}">
                <a16:creationId xmlns:a16="http://schemas.microsoft.com/office/drawing/2014/main" id="{BC1DF189-6F2F-4C21-88CC-C82D3D0D147B}"/>
              </a:ext>
            </a:extLst>
          </p:cNvPr>
          <p:cNvSpPr>
            <a:spLocks noGrp="1"/>
          </p:cNvSpPr>
          <p:nvPr>
            <p:ph type="body" sz="quarter" idx="38"/>
          </p:nvPr>
        </p:nvSpPr>
        <p:spPr>
          <a:xfrm>
            <a:off x="8019288" y="3374136"/>
            <a:ext cx="2468880" cy="1371600"/>
          </a:xfrm>
        </p:spPr>
        <p:txBody>
          <a:bodyPr vert="horz" lIns="91440" tIns="45720" rIns="91440" bIns="45720" rtlCol="0" anchor="t">
            <a:normAutofit/>
          </a:bodyPr>
          <a:lstStyle/>
          <a:p>
            <a:r>
              <a:rPr lang="en-US" dirty="0"/>
              <a:t>Digital workflows and streamlined procedures significantly improve public service delivery.</a:t>
            </a:r>
            <a:endParaRPr lang="en-ZA" noProof="1"/>
          </a:p>
        </p:txBody>
      </p:sp>
    </p:spTree>
    <p:extLst>
      <p:ext uri="{BB962C8B-B14F-4D97-AF65-F5344CB8AC3E}">
        <p14:creationId xmlns:p14="http://schemas.microsoft.com/office/powerpoint/2010/main" val="8275976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5C0770-A36E-4500-AA2E-F3DE8416AD1E}"/>
              </a:ext>
            </a:extLst>
          </p:cNvPr>
          <p:cNvSpPr>
            <a:spLocks noGrp="1"/>
          </p:cNvSpPr>
          <p:nvPr>
            <p:ph type="title"/>
          </p:nvPr>
        </p:nvSpPr>
        <p:spPr>
          <a:xfrm>
            <a:off x="462013" y="326835"/>
            <a:ext cx="10891787" cy="1169683"/>
          </a:xfrm>
        </p:spPr>
        <p:txBody>
          <a:bodyPr/>
          <a:lstStyle/>
          <a:p>
            <a:r>
              <a:rPr lang="en-US" dirty="0"/>
              <a:t>Interpretation of SDG 16</a:t>
            </a:r>
            <a:endParaRPr lang="en-ZA" dirty="0"/>
          </a:p>
        </p:txBody>
      </p:sp>
      <p:sp>
        <p:nvSpPr>
          <p:cNvPr id="41" name="Date Placeholder 40">
            <a:extLst>
              <a:ext uri="{FF2B5EF4-FFF2-40B4-BE49-F238E27FC236}">
                <a16:creationId xmlns:a16="http://schemas.microsoft.com/office/drawing/2014/main" id="{4AE1D161-46F9-4A99-81FE-3AA72B026138}"/>
              </a:ext>
            </a:extLst>
          </p:cNvPr>
          <p:cNvSpPr>
            <a:spLocks noGrp="1"/>
          </p:cNvSpPr>
          <p:nvPr>
            <p:ph type="dt" sz="half" idx="16"/>
          </p:nvPr>
        </p:nvSpPr>
        <p:spPr>
          <a:xfrm>
            <a:off x="838200" y="6356350"/>
            <a:ext cx="2743200" cy="365125"/>
          </a:xfrm>
        </p:spPr>
        <p:txBody>
          <a:bodyPr/>
          <a:lstStyle/>
          <a:p>
            <a:r>
              <a:rPr lang="en-US" dirty="0"/>
              <a:t>7/14/20XX</a:t>
            </a:r>
          </a:p>
        </p:txBody>
      </p:sp>
      <p:sp>
        <p:nvSpPr>
          <p:cNvPr id="3" name="Footer Placeholder 2">
            <a:extLst>
              <a:ext uri="{FF2B5EF4-FFF2-40B4-BE49-F238E27FC236}">
                <a16:creationId xmlns:a16="http://schemas.microsoft.com/office/drawing/2014/main" id="{2CC7E0A4-FE8E-4F7B-8370-1FA3484B6144}"/>
              </a:ext>
            </a:extLst>
          </p:cNvPr>
          <p:cNvSpPr>
            <a:spLocks noGrp="1"/>
          </p:cNvSpPr>
          <p:nvPr>
            <p:ph type="ftr" sz="quarter" idx="10"/>
          </p:nvPr>
        </p:nvSpPr>
        <p:spPr>
          <a:xfrm>
            <a:off x="4038600" y="6356350"/>
            <a:ext cx="4114800" cy="365125"/>
          </a:xfrm>
        </p:spPr>
        <p:txBody>
          <a:bodyPr/>
          <a:lstStyle/>
          <a:p>
            <a:r>
              <a:rPr lang="en-ZA" dirty="0"/>
              <a:t>Pitch deck title</a:t>
            </a:r>
          </a:p>
        </p:txBody>
      </p:sp>
      <p:sp>
        <p:nvSpPr>
          <p:cNvPr id="4" name="Slide Number Placeholder 3">
            <a:extLst>
              <a:ext uri="{FF2B5EF4-FFF2-40B4-BE49-F238E27FC236}">
                <a16:creationId xmlns:a16="http://schemas.microsoft.com/office/drawing/2014/main" id="{5CE495FC-7E0A-4342-A40D-3B65DCA780C6}"/>
              </a:ext>
            </a:extLst>
          </p:cNvPr>
          <p:cNvSpPr>
            <a:spLocks noGrp="1"/>
          </p:cNvSpPr>
          <p:nvPr>
            <p:ph type="sldNum" sz="quarter" idx="11"/>
          </p:nvPr>
        </p:nvSpPr>
        <p:spPr>
          <a:xfrm>
            <a:off x="8610600" y="6356350"/>
            <a:ext cx="2743200" cy="365125"/>
          </a:xfrm>
        </p:spPr>
        <p:txBody>
          <a:bodyPr/>
          <a:lstStyle/>
          <a:p>
            <a:fld id="{19B51A1E-902D-48AF-9020-955120F399B6}" type="slidenum">
              <a:rPr lang="en-ZA" smtClean="0"/>
              <a:pPr/>
              <a:t>9</a:t>
            </a:fld>
            <a:endParaRPr lang="en-ZA" dirty="0"/>
          </a:p>
        </p:txBody>
      </p:sp>
      <p:pic>
        <p:nvPicPr>
          <p:cNvPr id="21" name="Picture 20">
            <a:extLst>
              <a:ext uri="{FF2B5EF4-FFF2-40B4-BE49-F238E27FC236}">
                <a16:creationId xmlns:a16="http://schemas.microsoft.com/office/drawing/2014/main" id="{5780DB86-3DFD-2C2A-B6BE-94A0488600AF}"/>
              </a:ext>
            </a:extLst>
          </p:cNvPr>
          <p:cNvPicPr>
            <a:picLocks noChangeAspect="1"/>
          </p:cNvPicPr>
          <p:nvPr/>
        </p:nvPicPr>
        <p:blipFill>
          <a:blip r:embed="rId3"/>
          <a:srcRect l="26523" t="2850" r="11055" b="-2850"/>
          <a:stretch>
            <a:fillRect/>
          </a:stretch>
        </p:blipFill>
        <p:spPr>
          <a:xfrm>
            <a:off x="5977288" y="1124173"/>
            <a:ext cx="6214712" cy="5361272"/>
          </a:xfrm>
          <a:prstGeom prst="rect">
            <a:avLst/>
          </a:prstGeom>
        </p:spPr>
      </p:pic>
      <p:sp>
        <p:nvSpPr>
          <p:cNvPr id="15" name="Text Placeholder 14">
            <a:extLst>
              <a:ext uri="{FF2B5EF4-FFF2-40B4-BE49-F238E27FC236}">
                <a16:creationId xmlns:a16="http://schemas.microsoft.com/office/drawing/2014/main" id="{8BE2B7A9-813A-EF14-4E13-5E5166018D98}"/>
              </a:ext>
            </a:extLst>
          </p:cNvPr>
          <p:cNvSpPr>
            <a:spLocks noGrp="1"/>
          </p:cNvSpPr>
          <p:nvPr>
            <p:ph type="body" sz="quarter" idx="12"/>
          </p:nvPr>
        </p:nvSpPr>
        <p:spPr>
          <a:xfrm>
            <a:off x="462013" y="1732548"/>
            <a:ext cx="4841507" cy="4235116"/>
          </a:xfrm>
        </p:spPr>
        <p:txBody>
          <a:bodyPr>
            <a:normAutofit/>
          </a:bodyPr>
          <a:lstStyle/>
          <a:p>
            <a:pPr marL="285750" indent="-285750" algn="l">
              <a:buFont typeface="Arial" panose="020B0604020202020204" pitchFamily="34" charset="0"/>
              <a:buChar char="•"/>
            </a:pPr>
            <a:r>
              <a:rPr lang="en-US" sz="1600" dirty="0"/>
              <a:t>Finland shows the highest performance across all SDG 16 indicators, reflecting strong governance and low corruption. </a:t>
            </a:r>
          </a:p>
          <a:p>
            <a:pPr marL="285750" indent="-285750" algn="l">
              <a:buFont typeface="Arial" panose="020B0604020202020204" pitchFamily="34" charset="0"/>
              <a:buChar char="•"/>
            </a:pPr>
            <a:r>
              <a:rPr lang="en-US" sz="1600" dirty="0"/>
              <a:t>Jordan demonstrates moderate governance performance with some areas for improvement in transparency and rule of law.</a:t>
            </a:r>
            <a:endParaRPr lang="ar-EG" sz="1600" dirty="0"/>
          </a:p>
          <a:p>
            <a:pPr marL="285750" indent="-285750" algn="l">
              <a:buFont typeface="Arial" panose="020B0604020202020204" pitchFamily="34" charset="0"/>
              <a:buChar char="•"/>
            </a:pPr>
            <a:endParaRPr lang="ar-EG" sz="1600" dirty="0"/>
          </a:p>
          <a:p>
            <a:pPr algn="l"/>
            <a:r>
              <a:rPr lang="en-US" sz="1600" dirty="0"/>
              <a:t> </a:t>
            </a:r>
          </a:p>
          <a:p>
            <a:pPr marL="285750" indent="-285750" algn="l">
              <a:buFont typeface="Arial" panose="020B0604020202020204" pitchFamily="34" charset="0"/>
              <a:buChar char="•"/>
            </a:pPr>
            <a:r>
              <a:rPr lang="en-US" sz="1600" dirty="0"/>
              <a:t>Egypt shows relatively lower scores, indicating challenges in institutional effectiveness and governance quality. </a:t>
            </a:r>
          </a:p>
          <a:p>
            <a:pPr marL="285750" indent="-285750" algn="l">
              <a:buFont typeface="Arial" panose="020B0604020202020204" pitchFamily="34" charset="0"/>
              <a:buChar char="•"/>
            </a:pPr>
            <a:r>
              <a:rPr lang="en-US" sz="1600" dirty="0"/>
              <a:t>Overall, there is a clear gap between Finland and the two regional countries in SDG 16 performance. </a:t>
            </a:r>
          </a:p>
          <a:p>
            <a:endParaRPr lang="ar-EG" dirty="0"/>
          </a:p>
          <a:p>
            <a:endParaRPr lang="en-US" dirty="0"/>
          </a:p>
        </p:txBody>
      </p:sp>
    </p:spTree>
    <p:extLst>
      <p:ext uri="{BB962C8B-B14F-4D97-AF65-F5344CB8AC3E}">
        <p14:creationId xmlns:p14="http://schemas.microsoft.com/office/powerpoint/2010/main" val="30482366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B1B29E87-9C2C-400B-834D-4E4BD6E944D0}"/>
              </a:ext>
            </a:extLst>
          </p:cNvPr>
          <p:cNvSpPr>
            <a:spLocks noGrp="1"/>
          </p:cNvSpPr>
          <p:nvPr>
            <p:ph type="title"/>
          </p:nvPr>
        </p:nvSpPr>
        <p:spPr/>
        <p:txBody>
          <a:bodyPr/>
          <a:lstStyle/>
          <a:p>
            <a:r>
              <a:rPr lang="en-US" dirty="0"/>
              <a:t>SDG 16 Governance Comparison</a:t>
            </a:r>
          </a:p>
        </p:txBody>
      </p:sp>
      <p:graphicFrame>
        <p:nvGraphicFramePr>
          <p:cNvPr id="9" name="Table 9">
            <a:extLst>
              <a:ext uri="{FF2B5EF4-FFF2-40B4-BE49-F238E27FC236}">
                <a16:creationId xmlns:a16="http://schemas.microsoft.com/office/drawing/2014/main" id="{4FEE1642-B122-4C8C-812B-30F133EF6C27}"/>
              </a:ext>
            </a:extLst>
          </p:cNvPr>
          <p:cNvGraphicFramePr>
            <a:graphicFrameLocks noGrp="1"/>
          </p:cNvGraphicFramePr>
          <p:nvPr>
            <p:ph type="tbl" sz="quarter" idx="4294967295"/>
            <p:extLst>
              <p:ext uri="{D42A27DB-BD31-4B8C-83A1-F6EECF244321}">
                <p14:modId xmlns:p14="http://schemas.microsoft.com/office/powerpoint/2010/main" val="3838139340"/>
              </p:ext>
            </p:extLst>
          </p:nvPr>
        </p:nvGraphicFramePr>
        <p:xfrm>
          <a:off x="228600" y="1691323"/>
          <a:ext cx="11963400" cy="5233607"/>
        </p:xfrm>
        <a:graphic>
          <a:graphicData uri="http://schemas.openxmlformats.org/drawingml/2006/table">
            <a:tbl>
              <a:tblPr firstRow="1" bandRow="1">
                <a:tableStyleId>{F2DE63D5-997A-4646-A377-4702673A728D}</a:tableStyleId>
              </a:tblPr>
              <a:tblGrid>
                <a:gridCol w="3115110">
                  <a:extLst>
                    <a:ext uri="{9D8B030D-6E8A-4147-A177-3AD203B41FA5}">
                      <a16:colId xmlns:a16="http://schemas.microsoft.com/office/drawing/2014/main" val="3446012419"/>
                    </a:ext>
                  </a:extLst>
                </a:gridCol>
                <a:gridCol w="1670250">
                  <a:extLst>
                    <a:ext uri="{9D8B030D-6E8A-4147-A177-3AD203B41FA5}">
                      <a16:colId xmlns:a16="http://schemas.microsoft.com/office/drawing/2014/main" val="4052646397"/>
                    </a:ext>
                  </a:extLst>
                </a:gridCol>
                <a:gridCol w="2392680">
                  <a:extLst>
                    <a:ext uri="{9D8B030D-6E8A-4147-A177-3AD203B41FA5}">
                      <a16:colId xmlns:a16="http://schemas.microsoft.com/office/drawing/2014/main" val="1935352797"/>
                    </a:ext>
                  </a:extLst>
                </a:gridCol>
                <a:gridCol w="2392680">
                  <a:extLst>
                    <a:ext uri="{9D8B030D-6E8A-4147-A177-3AD203B41FA5}">
                      <a16:colId xmlns:a16="http://schemas.microsoft.com/office/drawing/2014/main" val="1218263486"/>
                    </a:ext>
                  </a:extLst>
                </a:gridCol>
                <a:gridCol w="2392680">
                  <a:extLst>
                    <a:ext uri="{9D8B030D-6E8A-4147-A177-3AD203B41FA5}">
                      <a16:colId xmlns:a16="http://schemas.microsoft.com/office/drawing/2014/main" val="3235153012"/>
                    </a:ext>
                  </a:extLst>
                </a:gridCol>
              </a:tblGrid>
              <a:tr h="295239">
                <a:tc>
                  <a:txBody>
                    <a:bodyPr/>
                    <a:lstStyle/>
                    <a:p>
                      <a:pPr algn="l" fontAlgn="b"/>
                      <a:endParaRPr lang="en-US" sz="1400" b="0" i="0" u="none" strike="noStrike" dirty="0">
                        <a:solidFill>
                          <a:schemeClr val="bg1"/>
                        </a:solidFill>
                        <a:effectLst/>
                        <a:latin typeface="+mn-lt"/>
                      </a:endParaRPr>
                    </a:p>
                  </a:txBody>
                  <a:tcPr marL="288000" anchor="b"/>
                </a:tc>
                <a:tc>
                  <a:txBody>
                    <a:bodyPr/>
                    <a:lstStyle/>
                    <a:p>
                      <a:pPr algn="r" fontAlgn="b"/>
                      <a:endParaRPr lang="en-US" sz="1400" b="1" i="0" u="none" strike="noStrike" dirty="0">
                        <a:solidFill>
                          <a:schemeClr val="bg1"/>
                        </a:solidFill>
                        <a:effectLst/>
                        <a:latin typeface="+mn-lt"/>
                      </a:endParaRPr>
                    </a:p>
                  </a:txBody>
                  <a:tcPr anchor="ctr"/>
                </a:tc>
                <a:tc>
                  <a:txBody>
                    <a:bodyPr/>
                    <a:lstStyle/>
                    <a:p>
                      <a:pPr algn="r" fontAlgn="b"/>
                      <a:endParaRPr lang="en-US" sz="1400" b="1" i="0" u="none" strike="noStrike" dirty="0">
                        <a:solidFill>
                          <a:schemeClr val="bg1"/>
                        </a:solidFill>
                        <a:effectLst/>
                        <a:latin typeface="+mn-lt"/>
                      </a:endParaRPr>
                    </a:p>
                  </a:txBody>
                  <a:tcPr anchor="ctr"/>
                </a:tc>
                <a:tc>
                  <a:txBody>
                    <a:bodyPr/>
                    <a:lstStyle/>
                    <a:p>
                      <a:pPr algn="r" fontAlgn="b"/>
                      <a:endParaRPr lang="en-US" sz="1400" b="1" i="0" u="none" strike="noStrike" dirty="0">
                        <a:solidFill>
                          <a:schemeClr val="bg1"/>
                        </a:solidFill>
                        <a:effectLst/>
                        <a:latin typeface="+mn-lt"/>
                      </a:endParaRPr>
                    </a:p>
                  </a:txBody>
                  <a:tcPr anchor="ctr"/>
                </a:tc>
                <a:tc>
                  <a:txBody>
                    <a:bodyPr/>
                    <a:lstStyle/>
                    <a:p>
                      <a:pPr algn="r" fontAlgn="b"/>
                      <a:endParaRPr lang="en-US" sz="1400" b="1" i="0" u="none" strike="noStrike" dirty="0">
                        <a:solidFill>
                          <a:schemeClr val="bg1"/>
                        </a:solidFill>
                        <a:effectLst/>
                        <a:latin typeface="+mn-lt"/>
                      </a:endParaRPr>
                    </a:p>
                  </a:txBody>
                  <a:tcPr anchor="ctr"/>
                </a:tc>
                <a:extLst>
                  <a:ext uri="{0D108BD9-81ED-4DB2-BD59-A6C34878D82A}">
                    <a16:rowId xmlns:a16="http://schemas.microsoft.com/office/drawing/2014/main" val="4140773105"/>
                  </a:ext>
                </a:extLst>
              </a:tr>
              <a:tr h="620001">
                <a:tc>
                  <a:txBody>
                    <a:bodyPr/>
                    <a:lstStyle/>
                    <a:p>
                      <a:pPr>
                        <a:buNone/>
                      </a:pPr>
                      <a:r>
                        <a:rPr lang="en-US" dirty="0"/>
                        <a:t>Country</a:t>
                      </a:r>
                    </a:p>
                  </a:txBody>
                  <a:tcPr anchor="ctr"/>
                </a:tc>
                <a:tc>
                  <a:txBody>
                    <a:bodyPr/>
                    <a:lstStyle/>
                    <a:p>
                      <a:pPr>
                        <a:buNone/>
                      </a:pPr>
                      <a:r>
                        <a:rPr lang="en-US"/>
                        <a:t>Performance Level</a:t>
                      </a:r>
                    </a:p>
                  </a:txBody>
                  <a:tcPr anchor="ctr"/>
                </a:tc>
                <a:tc>
                  <a:txBody>
                    <a:bodyPr/>
                    <a:lstStyle/>
                    <a:p>
                      <a:pPr>
                        <a:buNone/>
                      </a:pPr>
                      <a:r>
                        <a:rPr lang="en-US"/>
                        <a:t>Key Strengths</a:t>
                      </a:r>
                    </a:p>
                  </a:txBody>
                  <a:tcPr anchor="ctr"/>
                </a:tc>
                <a:tc>
                  <a:txBody>
                    <a:bodyPr/>
                    <a:lstStyle/>
                    <a:p>
                      <a:pPr>
                        <a:buNone/>
                      </a:pPr>
                      <a:r>
                        <a:rPr lang="en-US"/>
                        <a:t>Key Weaknesses</a:t>
                      </a:r>
                    </a:p>
                  </a:txBody>
                  <a:tcPr anchor="ctr"/>
                </a:tc>
                <a:tc>
                  <a:txBody>
                    <a:bodyPr/>
                    <a:lstStyle/>
                    <a:p>
                      <a:pPr>
                        <a:buNone/>
                      </a:pPr>
                      <a:r>
                        <a:rPr lang="en-US"/>
                        <a:t>Overall Interpretation</a:t>
                      </a:r>
                    </a:p>
                  </a:txBody>
                  <a:tcPr anchor="ctr"/>
                </a:tc>
                <a:extLst>
                  <a:ext uri="{0D108BD9-81ED-4DB2-BD59-A6C34878D82A}">
                    <a16:rowId xmlns:a16="http://schemas.microsoft.com/office/drawing/2014/main" val="4142911372"/>
                  </a:ext>
                </a:extLst>
              </a:tr>
              <a:tr h="1151431">
                <a:tc>
                  <a:txBody>
                    <a:bodyPr/>
                    <a:lstStyle/>
                    <a:p>
                      <a:pPr>
                        <a:buNone/>
                      </a:pPr>
                      <a:r>
                        <a:rPr lang="en-US" b="1"/>
                        <a:t>Finland</a:t>
                      </a:r>
                      <a:endParaRPr lang="en-US"/>
                    </a:p>
                  </a:txBody>
                  <a:tcPr anchor="ctr"/>
                </a:tc>
                <a:tc>
                  <a:txBody>
                    <a:bodyPr/>
                    <a:lstStyle/>
                    <a:p>
                      <a:pPr>
                        <a:buNone/>
                      </a:pPr>
                      <a:r>
                        <a:rPr lang="en-US"/>
                        <a:t>Very High</a:t>
                      </a:r>
                    </a:p>
                  </a:txBody>
                  <a:tcPr anchor="ctr"/>
                </a:tc>
                <a:tc>
                  <a:txBody>
                    <a:bodyPr/>
                    <a:lstStyle/>
                    <a:p>
                      <a:pPr>
                        <a:buNone/>
                      </a:pPr>
                      <a:r>
                        <a:rPr lang="en-US"/>
                        <a:t>Strong institutions, high transparency, low corruption, effective governance</a:t>
                      </a:r>
                    </a:p>
                  </a:txBody>
                  <a:tcPr anchor="ctr"/>
                </a:tc>
                <a:tc>
                  <a:txBody>
                    <a:bodyPr/>
                    <a:lstStyle/>
                    <a:p>
                      <a:pPr>
                        <a:buNone/>
                      </a:pPr>
                      <a:r>
                        <a:rPr lang="en-US"/>
                        <a:t>Minimal weaknesses</a:t>
                      </a:r>
                    </a:p>
                  </a:txBody>
                  <a:tcPr anchor="ctr"/>
                </a:tc>
                <a:tc>
                  <a:txBody>
                    <a:bodyPr/>
                    <a:lstStyle/>
                    <a:p>
                      <a:pPr>
                        <a:buNone/>
                      </a:pPr>
                      <a:r>
                        <a:rPr lang="en-US"/>
                        <a:t>Exemplary governance system aligned with SDG 16 targets</a:t>
                      </a:r>
                    </a:p>
                  </a:txBody>
                  <a:tcPr anchor="ctr"/>
                </a:tc>
                <a:extLst>
                  <a:ext uri="{0D108BD9-81ED-4DB2-BD59-A6C34878D82A}">
                    <a16:rowId xmlns:a16="http://schemas.microsoft.com/office/drawing/2014/main" val="1543393929"/>
                  </a:ext>
                </a:extLst>
              </a:tr>
              <a:tr h="1682861">
                <a:tc>
                  <a:txBody>
                    <a:bodyPr/>
                    <a:lstStyle/>
                    <a:p>
                      <a:pPr>
                        <a:buNone/>
                      </a:pPr>
                      <a:r>
                        <a:rPr lang="en-US" b="1"/>
                        <a:t>Jordan</a:t>
                      </a:r>
                      <a:endParaRPr lang="en-US"/>
                    </a:p>
                  </a:txBody>
                  <a:tcPr anchor="ctr"/>
                </a:tc>
                <a:tc>
                  <a:txBody>
                    <a:bodyPr/>
                    <a:lstStyle/>
                    <a:p>
                      <a:pPr>
                        <a:buNone/>
                      </a:pPr>
                      <a:r>
                        <a:rPr lang="en-US"/>
                        <a:t>Medium</a:t>
                      </a:r>
                    </a:p>
                  </a:txBody>
                  <a:tcPr anchor="ctr"/>
                </a:tc>
                <a:tc>
                  <a:txBody>
                    <a:bodyPr/>
                    <a:lstStyle/>
                    <a:p>
                      <a:pPr>
                        <a:buNone/>
                      </a:pPr>
                      <a:r>
                        <a:rPr lang="en-US"/>
                        <a:t>Relatively stable institutions, balanced governance performance</a:t>
                      </a:r>
                    </a:p>
                  </a:txBody>
                  <a:tcPr anchor="ctr"/>
                </a:tc>
                <a:tc>
                  <a:txBody>
                    <a:bodyPr/>
                    <a:lstStyle/>
                    <a:p>
                      <a:pPr>
                        <a:buNone/>
                      </a:pPr>
                      <a:r>
                        <a:rPr lang="en-US"/>
                        <a:t>Moderate transparency issues, room for improvement in rule of law and corruption control</a:t>
                      </a:r>
                    </a:p>
                  </a:txBody>
                  <a:tcPr anchor="ctr"/>
                </a:tc>
                <a:tc>
                  <a:txBody>
                    <a:bodyPr/>
                    <a:lstStyle/>
                    <a:p>
                      <a:pPr>
                        <a:buNone/>
                      </a:pPr>
                      <a:r>
                        <a:rPr lang="en-US"/>
                        <a:t>Developing governance system with gradual improvement potential</a:t>
                      </a:r>
                    </a:p>
                  </a:txBody>
                  <a:tcPr anchor="ctr"/>
                </a:tc>
                <a:extLst>
                  <a:ext uri="{0D108BD9-81ED-4DB2-BD59-A6C34878D82A}">
                    <a16:rowId xmlns:a16="http://schemas.microsoft.com/office/drawing/2014/main" val="255711469"/>
                  </a:ext>
                </a:extLst>
              </a:tr>
              <a:tr h="1417146">
                <a:tc>
                  <a:txBody>
                    <a:bodyPr/>
                    <a:lstStyle/>
                    <a:p>
                      <a:pPr>
                        <a:buNone/>
                      </a:pPr>
                      <a:r>
                        <a:rPr lang="en-US" b="1" dirty="0"/>
                        <a:t>Egypt</a:t>
                      </a:r>
                      <a:endParaRPr lang="en-US" dirty="0"/>
                    </a:p>
                  </a:txBody>
                  <a:tcPr anchor="ctr"/>
                </a:tc>
                <a:tc>
                  <a:txBody>
                    <a:bodyPr/>
                    <a:lstStyle/>
                    <a:p>
                      <a:pPr>
                        <a:buNone/>
                      </a:pPr>
                      <a:r>
                        <a:rPr lang="en-US"/>
                        <a:t>Low to Medium</a:t>
                      </a:r>
                    </a:p>
                  </a:txBody>
                  <a:tcPr anchor="ctr"/>
                </a:tc>
                <a:tc>
                  <a:txBody>
                    <a:bodyPr/>
                    <a:lstStyle/>
                    <a:p>
                      <a:pPr>
                        <a:buNone/>
                      </a:pPr>
                      <a:r>
                        <a:rPr lang="en-US"/>
                        <a:t>Ongoing reforms in governance and institutional frameworks</a:t>
                      </a:r>
                    </a:p>
                  </a:txBody>
                  <a:tcPr anchor="ctr"/>
                </a:tc>
                <a:tc>
                  <a:txBody>
                    <a:bodyPr/>
                    <a:lstStyle/>
                    <a:p>
                      <a:pPr>
                        <a:buNone/>
                      </a:pPr>
                      <a:r>
                        <a:rPr lang="en-US"/>
                        <a:t>Lower scores in rule of law, corruption control, and transparency</a:t>
                      </a:r>
                    </a:p>
                  </a:txBody>
                  <a:tcPr anchor="ctr"/>
                </a:tc>
                <a:tc>
                  <a:txBody>
                    <a:bodyPr/>
                    <a:lstStyle/>
                    <a:p>
                      <a:pPr>
                        <a:buNone/>
                      </a:pPr>
                      <a:r>
                        <a:rPr lang="en-US" dirty="0"/>
                        <a:t>Faces structural governance challenges requiring institutional strengthening</a:t>
                      </a:r>
                    </a:p>
                  </a:txBody>
                  <a:tcPr anchor="ctr"/>
                </a:tc>
                <a:extLst>
                  <a:ext uri="{0D108BD9-81ED-4DB2-BD59-A6C34878D82A}">
                    <a16:rowId xmlns:a16="http://schemas.microsoft.com/office/drawing/2014/main" val="1498944196"/>
                  </a:ext>
                </a:extLst>
              </a:tr>
            </a:tbl>
          </a:graphicData>
        </a:graphic>
      </p:graphicFrame>
    </p:spTree>
    <p:extLst>
      <p:ext uri="{BB962C8B-B14F-4D97-AF65-F5344CB8AC3E}">
        <p14:creationId xmlns:p14="http://schemas.microsoft.com/office/powerpoint/2010/main" val="29490323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Placeholder 11" descr="image of bar graph">
            <a:extLst>
              <a:ext uri="{FF2B5EF4-FFF2-40B4-BE49-F238E27FC236}">
                <a16:creationId xmlns:a16="http://schemas.microsoft.com/office/drawing/2014/main" id="{6A057D43-F8BF-4DAD-A7AD-845A6D5B5A58}"/>
              </a:ext>
            </a:extLst>
          </p:cNvPr>
          <p:cNvPicPr>
            <a:picLocks noGrp="1" noChangeAspect="1"/>
          </p:cNvPicPr>
          <p:nvPr>
            <p:ph type="pic" sz="quarter" idx="13"/>
          </p:nvPr>
        </p:nvPicPr>
        <p:blipFill rotWithShape="1">
          <a:blip r:embed="rId2" cstate="screen">
            <a:extLst>
              <a:ext uri="{28A0092B-C50C-407E-A947-70E740481C1C}">
                <a14:useLocalDpi xmlns:a14="http://schemas.microsoft.com/office/drawing/2010/main"/>
              </a:ext>
            </a:extLst>
          </a:blip>
          <a:srcRect/>
          <a:stretch/>
        </p:blipFill>
        <p:spPr>
          <a:xfrm>
            <a:off x="1524" y="0"/>
            <a:ext cx="12188952" cy="6858000"/>
          </a:xfrm>
        </p:spPr>
      </p:pic>
      <p:sp>
        <p:nvSpPr>
          <p:cNvPr id="4" name="Title 3">
            <a:extLst>
              <a:ext uri="{FF2B5EF4-FFF2-40B4-BE49-F238E27FC236}">
                <a16:creationId xmlns:a16="http://schemas.microsoft.com/office/drawing/2014/main" id="{FAD2AE59-5630-4D5C-83A9-4CDEF4D7DCFB}"/>
              </a:ext>
            </a:extLst>
          </p:cNvPr>
          <p:cNvSpPr>
            <a:spLocks noGrp="1"/>
          </p:cNvSpPr>
          <p:nvPr>
            <p:ph type="title"/>
          </p:nvPr>
        </p:nvSpPr>
        <p:spPr>
          <a:xfrm>
            <a:off x="96253" y="365126"/>
            <a:ext cx="11181347" cy="970732"/>
          </a:xfrm>
        </p:spPr>
        <p:txBody>
          <a:bodyPr/>
          <a:lstStyle/>
          <a:p>
            <a:r>
              <a:rPr lang="en-US" dirty="0"/>
              <a:t>SDG 16 Analysis </a:t>
            </a:r>
          </a:p>
        </p:txBody>
      </p:sp>
      <p:sp>
        <p:nvSpPr>
          <p:cNvPr id="5" name="Text Placeholder 4">
            <a:extLst>
              <a:ext uri="{FF2B5EF4-FFF2-40B4-BE49-F238E27FC236}">
                <a16:creationId xmlns:a16="http://schemas.microsoft.com/office/drawing/2014/main" id="{F8657664-A458-4DDD-ACC2-1D87FCD6FCA9}"/>
              </a:ext>
            </a:extLst>
          </p:cNvPr>
          <p:cNvSpPr>
            <a:spLocks noGrp="1"/>
          </p:cNvSpPr>
          <p:nvPr>
            <p:ph type="body" sz="quarter" idx="25"/>
          </p:nvPr>
        </p:nvSpPr>
        <p:spPr>
          <a:xfrm>
            <a:off x="331829" y="1428750"/>
            <a:ext cx="11402971" cy="5203055"/>
          </a:xfrm>
        </p:spPr>
        <p:txBody>
          <a:bodyPr/>
          <a:lstStyle/>
          <a:p>
            <a:endParaRPr lang="ar-EG" dirty="0"/>
          </a:p>
          <a:p>
            <a:endParaRPr lang="ar-EG" dirty="0"/>
          </a:p>
          <a:p>
            <a:endParaRPr lang="ar-EG" dirty="0"/>
          </a:p>
          <a:p>
            <a:endParaRPr lang="ar-EG" dirty="0"/>
          </a:p>
          <a:p>
            <a:endParaRPr lang="ar-EG" dirty="0"/>
          </a:p>
          <a:p>
            <a:endParaRPr lang="en-ZA" dirty="0"/>
          </a:p>
        </p:txBody>
      </p:sp>
      <p:sp>
        <p:nvSpPr>
          <p:cNvPr id="10" name="Content Placeholder 9">
            <a:extLst>
              <a:ext uri="{FF2B5EF4-FFF2-40B4-BE49-F238E27FC236}">
                <a16:creationId xmlns:a16="http://schemas.microsoft.com/office/drawing/2014/main" id="{14671EBE-B721-4278-A276-75F44D556D20}"/>
              </a:ext>
            </a:extLst>
          </p:cNvPr>
          <p:cNvSpPr>
            <a:spLocks noGrp="1"/>
          </p:cNvSpPr>
          <p:nvPr>
            <p:ph sz="half" idx="2"/>
          </p:nvPr>
        </p:nvSpPr>
        <p:spPr>
          <a:xfrm>
            <a:off x="457200" y="1819175"/>
            <a:ext cx="10236467" cy="4350619"/>
          </a:xfrm>
        </p:spPr>
        <p:txBody>
          <a:bodyPr>
            <a:normAutofit fontScale="92500"/>
          </a:bodyPr>
          <a:lstStyle/>
          <a:p>
            <a:r>
              <a:rPr lang="en-US" sz="1900" dirty="0"/>
              <a:t>The collected data and comparative visualizations of Egypt, Finland, and Jordan across SDG 16 indicators highlight significant disparities in governance performance and institutional strength.</a:t>
            </a:r>
            <a:endParaRPr lang="ar-EG" sz="1900" dirty="0"/>
          </a:p>
          <a:p>
            <a:endParaRPr lang="en-US" sz="1900" dirty="0"/>
          </a:p>
          <a:p>
            <a:r>
              <a:rPr lang="en-US" sz="1900" dirty="0"/>
              <a:t>Egypt consistently scores lower in key governance dimensions such as rule of law, corruption control, and institutional transparency. This indicates structural challenges within governance systems, including limited enforcement efficiency, bureaucratic constraints, and reduced public trust in institutions. While some reforms are ongoing, their impact remains gradual and not yet reflected strongly in the indicators.</a:t>
            </a:r>
            <a:endParaRPr lang="ar-EG" sz="1900" dirty="0"/>
          </a:p>
          <a:p>
            <a:endParaRPr lang="en-US" sz="1900" dirty="0"/>
          </a:p>
          <a:p>
            <a:r>
              <a:rPr lang="en-US" sz="1900" dirty="0"/>
              <a:t>In comparison, Finland demonstrates a highly developed governance framework characterized by strong accountability, low corruption levels, and high institutional effectiveness. Jordan, while closer to Egypt in regional context, shows more balanced and slightly higher performance in several indicators, suggesting moderate institutional stability.</a:t>
            </a:r>
            <a:endParaRPr lang="ar-EG" sz="1900" dirty="0"/>
          </a:p>
          <a:p>
            <a:endParaRPr lang="en-US" sz="1900" dirty="0"/>
          </a:p>
          <a:p>
            <a:r>
              <a:rPr lang="en-US" sz="1900" dirty="0"/>
              <a:t>The gap observed between Egypt and Finland reflects not only differences in economic development but also differences in governance maturity, policy implementation efficiency, and institutional independence.</a:t>
            </a:r>
          </a:p>
          <a:p>
            <a:endParaRPr lang="en-ZA" noProof="1"/>
          </a:p>
        </p:txBody>
      </p:sp>
      <p:sp>
        <p:nvSpPr>
          <p:cNvPr id="15" name="Rectangle 14">
            <a:extLst>
              <a:ext uri="{FF2B5EF4-FFF2-40B4-BE49-F238E27FC236}">
                <a16:creationId xmlns:a16="http://schemas.microsoft.com/office/drawing/2014/main" id="{09B04A6B-B6E9-40E3-BFCB-8C1C17E0DB0C}"/>
              </a:ext>
              <a:ext uri="{C183D7F6-B498-43B3-948B-1728B52AA6E4}">
                <adec:decorative xmlns:adec="http://schemas.microsoft.com/office/drawing/2017/decorative" val="1"/>
              </a:ext>
            </a:extLst>
          </p:cNvPr>
          <p:cNvSpPr/>
          <p:nvPr/>
        </p:nvSpPr>
        <p:spPr>
          <a:xfrm>
            <a:off x="0" y="1538337"/>
            <a:ext cx="331829" cy="5000575"/>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69829399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Placeholder 9" descr="black and white image of bar graphs">
            <a:extLst>
              <a:ext uri="{FF2B5EF4-FFF2-40B4-BE49-F238E27FC236}">
                <a16:creationId xmlns:a16="http://schemas.microsoft.com/office/drawing/2014/main" id="{328A991A-37FB-44FF-88EA-33E50292CB5C}"/>
              </a:ext>
            </a:extLst>
          </p:cNvPr>
          <p:cNvPicPr>
            <a:picLocks noGrp="1" noChangeAspect="1"/>
          </p:cNvPicPr>
          <p:nvPr>
            <p:ph type="pic" sz="quarter" idx="34"/>
          </p:nvPr>
        </p:nvPicPr>
        <p:blipFill rotWithShape="1">
          <a:blip r:embed="rId2">
            <a:extLst>
              <a:ext uri="{28A0092B-C50C-407E-A947-70E740481C1C}">
                <a14:useLocalDpi xmlns:a14="http://schemas.microsoft.com/office/drawing/2010/main"/>
              </a:ext>
            </a:extLst>
          </a:blip>
          <a:srcRect/>
          <a:stretch/>
        </p:blipFill>
        <p:spPr>
          <a:xfrm>
            <a:off x="1524" y="0"/>
            <a:ext cx="12188952" cy="6858000"/>
          </a:xfrm>
        </p:spPr>
      </p:pic>
      <p:sp>
        <p:nvSpPr>
          <p:cNvPr id="23" name="Title 22">
            <a:extLst>
              <a:ext uri="{FF2B5EF4-FFF2-40B4-BE49-F238E27FC236}">
                <a16:creationId xmlns:a16="http://schemas.microsoft.com/office/drawing/2014/main" id="{5FB75C3E-5885-49DD-8190-BB1E8C511A7E}"/>
              </a:ext>
            </a:extLst>
          </p:cNvPr>
          <p:cNvSpPr>
            <a:spLocks noGrp="1"/>
          </p:cNvSpPr>
          <p:nvPr>
            <p:ph type="title"/>
          </p:nvPr>
        </p:nvSpPr>
        <p:spPr>
          <a:xfrm>
            <a:off x="838200" y="365125"/>
            <a:ext cx="10515600" cy="1325563"/>
          </a:xfrm>
        </p:spPr>
        <p:txBody>
          <a:bodyPr/>
          <a:lstStyle/>
          <a:p>
            <a:r>
              <a:rPr lang="en-US" dirty="0"/>
              <a:t>Governance + Digital Transformation</a:t>
            </a:r>
            <a:endParaRPr lang="en-ZA" dirty="0"/>
          </a:p>
        </p:txBody>
      </p:sp>
      <p:sp>
        <p:nvSpPr>
          <p:cNvPr id="18" name="Text Placeholder 17">
            <a:extLst>
              <a:ext uri="{FF2B5EF4-FFF2-40B4-BE49-F238E27FC236}">
                <a16:creationId xmlns:a16="http://schemas.microsoft.com/office/drawing/2014/main" id="{2FF04D30-F224-451C-9FFE-3930E78F7E5C}"/>
              </a:ext>
            </a:extLst>
          </p:cNvPr>
          <p:cNvSpPr>
            <a:spLocks noGrp="1"/>
          </p:cNvSpPr>
          <p:nvPr>
            <p:ph type="body" sz="quarter" idx="39"/>
          </p:nvPr>
        </p:nvSpPr>
        <p:spPr>
          <a:xfrm>
            <a:off x="125897" y="2258568"/>
            <a:ext cx="10568608" cy="4097782"/>
          </a:xfrm>
        </p:spPr>
        <p:txBody>
          <a:bodyPr/>
          <a:lstStyle/>
          <a:p>
            <a:pPr algn="ctr"/>
            <a:endParaRPr lang="en-US" dirty="0"/>
          </a:p>
        </p:txBody>
      </p:sp>
      <p:sp>
        <p:nvSpPr>
          <p:cNvPr id="3" name="Text Placeholder 2">
            <a:extLst>
              <a:ext uri="{FF2B5EF4-FFF2-40B4-BE49-F238E27FC236}">
                <a16:creationId xmlns:a16="http://schemas.microsoft.com/office/drawing/2014/main" id="{082463A9-91ED-406C-A142-DF9DBB5C018D}"/>
              </a:ext>
            </a:extLst>
          </p:cNvPr>
          <p:cNvSpPr>
            <a:spLocks noGrp="1"/>
          </p:cNvSpPr>
          <p:nvPr>
            <p:ph type="body" sz="quarter" idx="35"/>
          </p:nvPr>
        </p:nvSpPr>
        <p:spPr>
          <a:xfrm>
            <a:off x="258418" y="2405270"/>
            <a:ext cx="11095382" cy="3951079"/>
          </a:xfrm>
        </p:spPr>
        <p:txBody>
          <a:bodyPr vert="horz" lIns="91440" tIns="45720" rIns="91440" bIns="45720" rtlCol="0" anchor="t">
            <a:normAutofit/>
          </a:bodyPr>
          <a:lstStyle/>
          <a:p>
            <a:r>
              <a:rPr lang="en-US" sz="1800" b="1" dirty="0">
                <a:solidFill>
                  <a:schemeClr val="tx1"/>
                </a:solidFill>
              </a:rPr>
              <a:t>Role of Governance and Digital Transformation</a:t>
            </a:r>
            <a:endParaRPr lang="ar-EG" sz="1800" b="1" dirty="0">
              <a:solidFill>
                <a:schemeClr val="tx1"/>
              </a:solidFill>
            </a:endParaRPr>
          </a:p>
          <a:p>
            <a:endParaRPr lang="en-US" sz="1800" b="1" dirty="0"/>
          </a:p>
          <a:p>
            <a:pPr algn="l"/>
            <a:r>
              <a:rPr lang="en-US" sz="1800" dirty="0"/>
              <a:t>Governance reform improves transparency, accountability, and institutional trust.</a:t>
            </a:r>
          </a:p>
          <a:p>
            <a:pPr algn="l"/>
            <a:r>
              <a:rPr lang="en-US" sz="1800" dirty="0"/>
              <a:t>Digital transformation can accelerate SDG 16 progress through:</a:t>
            </a:r>
          </a:p>
          <a:p>
            <a:pPr marL="285750" indent="-285750" algn="l">
              <a:buFont typeface="Arial" panose="020B0604020202020204" pitchFamily="34" charset="0"/>
              <a:buChar char="•"/>
            </a:pPr>
            <a:r>
              <a:rPr lang="en-US" sz="1800" dirty="0"/>
              <a:t>AI-powered governance dashboards</a:t>
            </a:r>
          </a:p>
          <a:p>
            <a:pPr marL="285750" indent="-285750" algn="l">
              <a:buFont typeface="Arial" panose="020B0604020202020204" pitchFamily="34" charset="0"/>
              <a:buChar char="•"/>
            </a:pPr>
            <a:r>
              <a:rPr lang="en-US" sz="1800" dirty="0"/>
              <a:t>E-government service automation</a:t>
            </a:r>
          </a:p>
          <a:p>
            <a:pPr marL="285750" indent="-285750" algn="l">
              <a:buFont typeface="Arial" panose="020B0604020202020204" pitchFamily="34" charset="0"/>
              <a:buChar char="•"/>
            </a:pPr>
            <a:r>
              <a:rPr lang="en-US" sz="1800" dirty="0"/>
              <a:t>Blockchain-based public records</a:t>
            </a:r>
          </a:p>
          <a:p>
            <a:pPr marL="285750" indent="-285750" algn="l">
              <a:buFont typeface="Arial" panose="020B0604020202020204" pitchFamily="34" charset="0"/>
              <a:buChar char="•"/>
            </a:pPr>
            <a:r>
              <a:rPr lang="en-US" sz="1800" dirty="0"/>
              <a:t>Data-driven anti-corruption systems</a:t>
            </a:r>
          </a:p>
          <a:p>
            <a:pPr marL="285750" indent="-285750" algn="l">
              <a:buFont typeface="Arial" panose="020B0604020202020204" pitchFamily="34" charset="0"/>
              <a:buChar char="•"/>
            </a:pPr>
            <a:r>
              <a:rPr lang="en-US" sz="1800" dirty="0"/>
              <a:t>Digital complaint and feedback platforms</a:t>
            </a:r>
          </a:p>
          <a:p>
            <a:endParaRPr lang="en-ZA" dirty="0"/>
          </a:p>
        </p:txBody>
      </p:sp>
    </p:spTree>
    <p:extLst>
      <p:ext uri="{BB962C8B-B14F-4D97-AF65-F5344CB8AC3E}">
        <p14:creationId xmlns:p14="http://schemas.microsoft.com/office/powerpoint/2010/main" val="28218167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Picture Placeholder 16" descr="image of bar graphs&#10;">
            <a:extLst>
              <a:ext uri="{FF2B5EF4-FFF2-40B4-BE49-F238E27FC236}">
                <a16:creationId xmlns:a16="http://schemas.microsoft.com/office/drawing/2014/main" id="{1D2A9476-0B6C-45AA-9858-11D33F36A0DA}"/>
              </a:ext>
            </a:extLst>
          </p:cNvPr>
          <p:cNvPicPr>
            <a:picLocks noGrp="1" noChangeAspect="1"/>
          </p:cNvPicPr>
          <p:nvPr>
            <p:ph type="pic" sz="quarter" idx="34"/>
          </p:nvPr>
        </p:nvPicPr>
        <p:blipFill rotWithShape="1">
          <a:blip r:embed="rId2" cstate="screen">
            <a:extLst>
              <a:ext uri="{28A0092B-C50C-407E-A947-70E740481C1C}">
                <a14:useLocalDpi xmlns:a14="http://schemas.microsoft.com/office/drawing/2010/main"/>
              </a:ext>
            </a:extLst>
          </a:blip>
          <a:srcRect l="6" r="6"/>
          <a:stretch/>
        </p:blipFill>
        <p:spPr>
          <a:xfrm>
            <a:off x="1524" y="0"/>
            <a:ext cx="12188952" cy="6858000"/>
          </a:xfrm>
        </p:spPr>
      </p:pic>
      <p:sp>
        <p:nvSpPr>
          <p:cNvPr id="23" name="Title 22">
            <a:extLst>
              <a:ext uri="{FF2B5EF4-FFF2-40B4-BE49-F238E27FC236}">
                <a16:creationId xmlns:a16="http://schemas.microsoft.com/office/drawing/2014/main" id="{5FB75C3E-5885-49DD-8190-BB1E8C511A7E}"/>
              </a:ext>
            </a:extLst>
          </p:cNvPr>
          <p:cNvSpPr>
            <a:spLocks noGrp="1"/>
          </p:cNvSpPr>
          <p:nvPr>
            <p:ph type="title"/>
          </p:nvPr>
        </p:nvSpPr>
        <p:spPr>
          <a:xfrm>
            <a:off x="838200" y="365125"/>
            <a:ext cx="10515600" cy="1325563"/>
          </a:xfrm>
        </p:spPr>
        <p:txBody>
          <a:bodyPr/>
          <a:lstStyle/>
          <a:p>
            <a:r>
              <a:rPr lang="en-US" dirty="0"/>
              <a:t>Recommendations</a:t>
            </a:r>
            <a:endParaRPr lang="en-ZA" dirty="0"/>
          </a:p>
        </p:txBody>
      </p:sp>
      <p:sp>
        <p:nvSpPr>
          <p:cNvPr id="6" name="Footer Placeholder 5">
            <a:extLst>
              <a:ext uri="{FF2B5EF4-FFF2-40B4-BE49-F238E27FC236}">
                <a16:creationId xmlns:a16="http://schemas.microsoft.com/office/drawing/2014/main" id="{232271CD-BE6E-4BDA-AE95-037EC2B14655}"/>
              </a:ext>
            </a:extLst>
          </p:cNvPr>
          <p:cNvSpPr>
            <a:spLocks noGrp="1"/>
          </p:cNvSpPr>
          <p:nvPr>
            <p:ph type="ftr" sz="quarter" idx="10"/>
          </p:nvPr>
        </p:nvSpPr>
        <p:spPr>
          <a:xfrm>
            <a:off x="3180522" y="4820478"/>
            <a:ext cx="6351104" cy="1900997"/>
          </a:xfrm>
        </p:spPr>
        <p:txBody>
          <a:bodyPr/>
          <a:lstStyle/>
          <a:p>
            <a:r>
              <a:rPr lang="en-US" sz="2000" b="1" dirty="0">
                <a:solidFill>
                  <a:srgbClr val="0388A6"/>
                </a:solidFill>
              </a:rPr>
              <a:t>Improving governance efficiency can significantly accelerate Egypt’s progress toward SDG 16.</a:t>
            </a:r>
            <a:endParaRPr lang="en-ZA" sz="2000" b="1" dirty="0">
              <a:solidFill>
                <a:srgbClr val="0388A6"/>
              </a:solidFill>
            </a:endParaRPr>
          </a:p>
        </p:txBody>
      </p:sp>
      <p:sp>
        <p:nvSpPr>
          <p:cNvPr id="27" name="Text Placeholder 26">
            <a:extLst>
              <a:ext uri="{FF2B5EF4-FFF2-40B4-BE49-F238E27FC236}">
                <a16:creationId xmlns:a16="http://schemas.microsoft.com/office/drawing/2014/main" id="{3C7B196D-A4EB-4450-8C2E-D4F26C77F843}"/>
              </a:ext>
            </a:extLst>
          </p:cNvPr>
          <p:cNvSpPr>
            <a:spLocks noGrp="1"/>
          </p:cNvSpPr>
          <p:nvPr>
            <p:ph type="body" sz="quarter" idx="30"/>
          </p:nvPr>
        </p:nvSpPr>
        <p:spPr>
          <a:xfrm>
            <a:off x="1069848" y="2121408"/>
            <a:ext cx="2968752" cy="914400"/>
          </a:xfrm>
        </p:spPr>
        <p:txBody>
          <a:bodyPr>
            <a:normAutofit fontScale="62500" lnSpcReduction="20000"/>
          </a:bodyPr>
          <a:lstStyle/>
          <a:p>
            <a:r>
              <a:rPr lang="en-US" dirty="0"/>
              <a:t>Short-Term</a:t>
            </a:r>
            <a:endParaRPr lang="en-ZA" dirty="0"/>
          </a:p>
        </p:txBody>
      </p:sp>
      <p:sp>
        <p:nvSpPr>
          <p:cNvPr id="28" name="Text Placeholder 27">
            <a:extLst>
              <a:ext uri="{FF2B5EF4-FFF2-40B4-BE49-F238E27FC236}">
                <a16:creationId xmlns:a16="http://schemas.microsoft.com/office/drawing/2014/main" id="{16852965-5187-4677-B878-4167E7B69252}"/>
              </a:ext>
            </a:extLst>
          </p:cNvPr>
          <p:cNvSpPr>
            <a:spLocks noGrp="1"/>
          </p:cNvSpPr>
          <p:nvPr>
            <p:ph type="body" sz="quarter" idx="31"/>
          </p:nvPr>
        </p:nvSpPr>
        <p:spPr>
          <a:xfrm>
            <a:off x="4124739" y="2055813"/>
            <a:ext cx="4406612" cy="979995"/>
          </a:xfrm>
        </p:spPr>
        <p:txBody>
          <a:bodyPr/>
          <a:lstStyle/>
          <a:p>
            <a:r>
              <a:rPr lang="en-US" sz="4400" dirty="0"/>
              <a:t>Medium-Term</a:t>
            </a:r>
            <a:endParaRPr lang="en-ZA" sz="4400" dirty="0"/>
          </a:p>
        </p:txBody>
      </p:sp>
      <p:sp>
        <p:nvSpPr>
          <p:cNvPr id="29" name="Text Placeholder 28">
            <a:extLst>
              <a:ext uri="{FF2B5EF4-FFF2-40B4-BE49-F238E27FC236}">
                <a16:creationId xmlns:a16="http://schemas.microsoft.com/office/drawing/2014/main" id="{A362839C-0A6B-4785-ACD4-42645537AFF4}"/>
              </a:ext>
            </a:extLst>
          </p:cNvPr>
          <p:cNvSpPr>
            <a:spLocks noGrp="1"/>
          </p:cNvSpPr>
          <p:nvPr>
            <p:ph type="body" sz="quarter" idx="33"/>
          </p:nvPr>
        </p:nvSpPr>
        <p:spPr>
          <a:xfrm>
            <a:off x="8531351" y="2206486"/>
            <a:ext cx="3176945" cy="829321"/>
          </a:xfrm>
        </p:spPr>
        <p:txBody>
          <a:bodyPr/>
          <a:lstStyle/>
          <a:p>
            <a:r>
              <a:rPr lang="en-US" sz="4800" dirty="0"/>
              <a:t>Long-Term</a:t>
            </a:r>
            <a:endParaRPr lang="en-ZA" sz="4800" dirty="0"/>
          </a:p>
        </p:txBody>
      </p:sp>
      <p:sp>
        <p:nvSpPr>
          <p:cNvPr id="31" name="Text Placeholder 30">
            <a:extLst>
              <a:ext uri="{FF2B5EF4-FFF2-40B4-BE49-F238E27FC236}">
                <a16:creationId xmlns:a16="http://schemas.microsoft.com/office/drawing/2014/main" id="{FB4B73B3-17D0-4AD4-A250-23C177FEC520}"/>
              </a:ext>
            </a:extLst>
          </p:cNvPr>
          <p:cNvSpPr>
            <a:spLocks noGrp="1"/>
          </p:cNvSpPr>
          <p:nvPr>
            <p:ph type="body" sz="quarter" idx="35"/>
          </p:nvPr>
        </p:nvSpPr>
        <p:spPr>
          <a:xfrm>
            <a:off x="1069848" y="3730752"/>
            <a:ext cx="2560320" cy="1188720"/>
          </a:xfrm>
        </p:spPr>
        <p:txBody>
          <a:bodyPr/>
          <a:lstStyle/>
          <a:p>
            <a:r>
              <a:rPr lang="en-US" dirty="0"/>
              <a:t>Improve open-data transparency and performance monitoring.</a:t>
            </a:r>
            <a:endParaRPr lang="en-ZA" dirty="0"/>
          </a:p>
        </p:txBody>
      </p:sp>
      <p:sp>
        <p:nvSpPr>
          <p:cNvPr id="40" name="Text Placeholder 39">
            <a:extLst>
              <a:ext uri="{FF2B5EF4-FFF2-40B4-BE49-F238E27FC236}">
                <a16:creationId xmlns:a16="http://schemas.microsoft.com/office/drawing/2014/main" id="{FDC3A9B5-5598-4CD5-88DB-141F093C2F5C}"/>
              </a:ext>
            </a:extLst>
          </p:cNvPr>
          <p:cNvSpPr>
            <a:spLocks noGrp="1"/>
          </p:cNvSpPr>
          <p:nvPr>
            <p:ph type="body" sz="quarter" idx="36"/>
          </p:nvPr>
        </p:nvSpPr>
        <p:spPr>
          <a:xfrm>
            <a:off x="4800600" y="3730752"/>
            <a:ext cx="2560320" cy="1188720"/>
          </a:xfrm>
        </p:spPr>
        <p:txBody>
          <a:bodyPr/>
          <a:lstStyle/>
          <a:p>
            <a:r>
              <a:rPr lang="en-US" dirty="0"/>
              <a:t>Digitize public services and automate administrative procedures.</a:t>
            </a:r>
          </a:p>
        </p:txBody>
      </p:sp>
      <p:sp>
        <p:nvSpPr>
          <p:cNvPr id="41" name="Text Placeholder 40">
            <a:extLst>
              <a:ext uri="{FF2B5EF4-FFF2-40B4-BE49-F238E27FC236}">
                <a16:creationId xmlns:a16="http://schemas.microsoft.com/office/drawing/2014/main" id="{624C0B95-53C2-4500-8EAE-8B7F73AAE5B5}"/>
              </a:ext>
            </a:extLst>
          </p:cNvPr>
          <p:cNvSpPr>
            <a:spLocks noGrp="1"/>
          </p:cNvSpPr>
          <p:nvPr>
            <p:ph type="body" sz="quarter" idx="37"/>
          </p:nvPr>
        </p:nvSpPr>
        <p:spPr>
          <a:xfrm>
            <a:off x="8531352" y="3730752"/>
            <a:ext cx="2743200" cy="1755648"/>
          </a:xfrm>
        </p:spPr>
        <p:txBody>
          <a:bodyPr/>
          <a:lstStyle/>
          <a:p>
            <a:r>
              <a:rPr lang="en-US" dirty="0"/>
              <a:t>Strengthen institutional reform, anti-corruption policies, and justice accessibility.</a:t>
            </a:r>
            <a:endParaRPr lang="en-ZA" dirty="0"/>
          </a:p>
          <a:p>
            <a:endParaRPr lang="en-US" dirty="0"/>
          </a:p>
        </p:txBody>
      </p:sp>
    </p:spTree>
    <p:extLst>
      <p:ext uri="{BB962C8B-B14F-4D97-AF65-F5344CB8AC3E}">
        <p14:creationId xmlns:p14="http://schemas.microsoft.com/office/powerpoint/2010/main" val="16890192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Placeholder 6">
            <a:extLst>
              <a:ext uri="{FF2B5EF4-FFF2-40B4-BE49-F238E27FC236}">
                <a16:creationId xmlns:a16="http://schemas.microsoft.com/office/drawing/2014/main" id="{A4CCED48-582B-43C4-94BC-03412703F2B8}"/>
              </a:ext>
            </a:extLst>
          </p:cNvPr>
          <p:cNvPicPr>
            <a:picLocks noGrp="1" noChangeAspect="1"/>
          </p:cNvPicPr>
          <p:nvPr>
            <p:ph type="pic" sz="quarter" idx="13"/>
          </p:nvPr>
        </p:nvPicPr>
        <p:blipFill>
          <a:blip r:embed="rId2">
            <a:extLst>
              <a:ext uri="{BEBA8EAE-BF5A-486C-A8C5-ECC9F3942E4B}">
                <a14:imgProps xmlns:a14="http://schemas.microsoft.com/office/drawing/2010/main">
                  <a14:imgLayer r:embed="rId3">
                    <a14:imgEffect>
                      <a14:brightnessContrast bright="-12000"/>
                    </a14:imgEffect>
                  </a14:imgLayer>
                </a14:imgProps>
              </a:ext>
              <a:ext uri="{837473B0-CC2E-450A-ABE3-18F120FF3D39}">
                <a1611:picAttrSrcUrl xmlns:a1611="http://schemas.microsoft.com/office/drawing/2016/11/main" r:id="rId4"/>
              </a:ext>
            </a:extLst>
          </a:blip>
          <a:srcRect/>
          <a:stretch/>
        </p:blipFill>
        <p:spPr>
          <a:xfrm>
            <a:off x="1588" y="0"/>
            <a:ext cx="12188825" cy="6858000"/>
          </a:xfrm>
        </p:spPr>
      </p:pic>
      <p:sp>
        <p:nvSpPr>
          <p:cNvPr id="2" name="Title 1">
            <a:extLst>
              <a:ext uri="{FF2B5EF4-FFF2-40B4-BE49-F238E27FC236}">
                <a16:creationId xmlns:a16="http://schemas.microsoft.com/office/drawing/2014/main" id="{A29DE7F2-E890-4744-88DD-A75F5E300513}"/>
              </a:ext>
            </a:extLst>
          </p:cNvPr>
          <p:cNvSpPr>
            <a:spLocks noGrp="1"/>
          </p:cNvSpPr>
          <p:nvPr>
            <p:ph type="title"/>
          </p:nvPr>
        </p:nvSpPr>
        <p:spPr>
          <a:xfrm>
            <a:off x="831850" y="5084064"/>
            <a:ext cx="8311896" cy="1049254"/>
          </a:xfrm>
        </p:spPr>
        <p:txBody>
          <a:bodyPr/>
          <a:lstStyle/>
          <a:p>
            <a:pPr algn="ctr"/>
            <a:r>
              <a:rPr lang="en-US" dirty="0"/>
              <a:t>SDG’S VIEW</a:t>
            </a:r>
          </a:p>
        </p:txBody>
      </p:sp>
      <p:sp>
        <p:nvSpPr>
          <p:cNvPr id="9" name="Rectangle 8">
            <a:extLst>
              <a:ext uri="{FF2B5EF4-FFF2-40B4-BE49-F238E27FC236}">
                <a16:creationId xmlns:a16="http://schemas.microsoft.com/office/drawing/2014/main" id="{23EC6DDB-CC59-401B-8B8D-769C5AB258EB}"/>
              </a:ext>
              <a:ext uri="{C183D7F6-B498-43B3-948B-1728B52AA6E4}">
                <adec:decorative xmlns:adec="http://schemas.microsoft.com/office/drawing/2017/decorative" val="1"/>
              </a:ext>
            </a:extLst>
          </p:cNvPr>
          <p:cNvSpPr/>
          <p:nvPr/>
        </p:nvSpPr>
        <p:spPr>
          <a:xfrm>
            <a:off x="0" y="4697923"/>
            <a:ext cx="9144000" cy="2286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46069460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7" name="Picture Placeholder 46" descr="image of bar graphs&#10;">
            <a:extLst>
              <a:ext uri="{FF2B5EF4-FFF2-40B4-BE49-F238E27FC236}">
                <a16:creationId xmlns:a16="http://schemas.microsoft.com/office/drawing/2014/main" id="{8DF0B24C-C423-4BE7-9103-806E661E19C3}"/>
              </a:ext>
            </a:extLst>
          </p:cNvPr>
          <p:cNvPicPr>
            <a:picLocks noGrp="1" noChangeAspect="1"/>
          </p:cNvPicPr>
          <p:nvPr>
            <p:ph type="pic" sz="quarter" idx="13"/>
          </p:nvPr>
        </p:nvPicPr>
        <p:blipFill rotWithShape="1">
          <a:blip r:embed="rId3" cstate="screen">
            <a:extLst>
              <a:ext uri="{28A0092B-C50C-407E-A947-70E740481C1C}">
                <a14:useLocalDpi xmlns:a14="http://schemas.microsoft.com/office/drawing/2010/main"/>
              </a:ext>
            </a:extLst>
          </a:blip>
          <a:srcRect/>
          <a:stretch/>
        </p:blipFill>
        <p:spPr>
          <a:xfrm>
            <a:off x="1524" y="0"/>
            <a:ext cx="12188952" cy="6858000"/>
          </a:xfrm>
        </p:spPr>
      </p:pic>
      <p:sp>
        <p:nvSpPr>
          <p:cNvPr id="2" name="Title 1">
            <a:extLst>
              <a:ext uri="{FF2B5EF4-FFF2-40B4-BE49-F238E27FC236}">
                <a16:creationId xmlns:a16="http://schemas.microsoft.com/office/drawing/2014/main" id="{39605AF1-623C-4E09-AB5D-8DD0571489F6}"/>
              </a:ext>
            </a:extLst>
          </p:cNvPr>
          <p:cNvSpPr>
            <a:spLocks noGrp="1"/>
          </p:cNvSpPr>
          <p:nvPr>
            <p:ph type="title"/>
          </p:nvPr>
        </p:nvSpPr>
        <p:spPr>
          <a:xfrm>
            <a:off x="838200" y="365125"/>
            <a:ext cx="10515600" cy="1325563"/>
          </a:xfrm>
        </p:spPr>
        <p:txBody>
          <a:bodyPr/>
          <a:lstStyle/>
          <a:p>
            <a:r>
              <a:rPr lang="en-US" dirty="0"/>
              <a:t>Policy-Oriented Analysis</a:t>
            </a:r>
          </a:p>
        </p:txBody>
      </p:sp>
      <p:sp>
        <p:nvSpPr>
          <p:cNvPr id="79" name="Text Placeholder 78">
            <a:extLst>
              <a:ext uri="{FF2B5EF4-FFF2-40B4-BE49-F238E27FC236}">
                <a16:creationId xmlns:a16="http://schemas.microsoft.com/office/drawing/2014/main" id="{A7DD34AA-E48A-47B4-BD20-EA3CBB161EDB}"/>
              </a:ext>
            </a:extLst>
          </p:cNvPr>
          <p:cNvSpPr>
            <a:spLocks noGrp="1"/>
          </p:cNvSpPr>
          <p:nvPr>
            <p:ph type="body" sz="quarter" idx="41"/>
          </p:nvPr>
        </p:nvSpPr>
        <p:spPr>
          <a:xfrm>
            <a:off x="3237178" y="1902270"/>
            <a:ext cx="2926080" cy="2504064"/>
          </a:xfrm>
        </p:spPr>
        <p:txBody>
          <a:bodyPr/>
          <a:lstStyle/>
          <a:p>
            <a:r>
              <a:rPr lang="en-US" dirty="0"/>
              <a:t>Anti-Corruption Framework Enhancement</a:t>
            </a:r>
          </a:p>
        </p:txBody>
      </p:sp>
      <p:sp>
        <p:nvSpPr>
          <p:cNvPr id="11" name="Text Placeholder 10">
            <a:extLst>
              <a:ext uri="{FF2B5EF4-FFF2-40B4-BE49-F238E27FC236}">
                <a16:creationId xmlns:a16="http://schemas.microsoft.com/office/drawing/2014/main" id="{BC314248-E087-48C3-891A-BF11C1EE1F0B}"/>
              </a:ext>
            </a:extLst>
          </p:cNvPr>
          <p:cNvSpPr>
            <a:spLocks noGrp="1"/>
          </p:cNvSpPr>
          <p:nvPr>
            <p:ph type="body" sz="quarter" idx="42"/>
          </p:nvPr>
        </p:nvSpPr>
        <p:spPr>
          <a:xfrm>
            <a:off x="6285025" y="1894894"/>
            <a:ext cx="2926080" cy="2505345"/>
          </a:xfrm>
        </p:spPr>
        <p:txBody>
          <a:bodyPr/>
          <a:lstStyle/>
          <a:p>
            <a:r>
              <a:rPr lang="en-US" dirty="0"/>
              <a:t>Institutional Efficiency Improvement</a:t>
            </a:r>
          </a:p>
        </p:txBody>
      </p:sp>
      <p:sp>
        <p:nvSpPr>
          <p:cNvPr id="12" name="Text Placeholder 11">
            <a:extLst>
              <a:ext uri="{FF2B5EF4-FFF2-40B4-BE49-F238E27FC236}">
                <a16:creationId xmlns:a16="http://schemas.microsoft.com/office/drawing/2014/main" id="{16D8C892-AFAE-46DF-8A54-B8C979482F0F}"/>
              </a:ext>
            </a:extLst>
          </p:cNvPr>
          <p:cNvSpPr>
            <a:spLocks noGrp="1"/>
          </p:cNvSpPr>
          <p:nvPr>
            <p:ph type="body" sz="quarter" idx="36"/>
          </p:nvPr>
        </p:nvSpPr>
        <p:spPr>
          <a:xfrm>
            <a:off x="6355330" y="3213100"/>
            <a:ext cx="2926080" cy="1235562"/>
          </a:xfrm>
        </p:spPr>
        <p:txBody>
          <a:bodyPr>
            <a:normAutofit/>
          </a:bodyPr>
          <a:lstStyle/>
          <a:p>
            <a:r>
              <a:rPr lang="en-US" dirty="0"/>
              <a:t>Reducing bureaucratic complexity and improving coordination between government entities through digital transformation. </a:t>
            </a:r>
          </a:p>
        </p:txBody>
      </p:sp>
      <p:sp>
        <p:nvSpPr>
          <p:cNvPr id="13" name="Text Placeholder 12">
            <a:extLst>
              <a:ext uri="{FF2B5EF4-FFF2-40B4-BE49-F238E27FC236}">
                <a16:creationId xmlns:a16="http://schemas.microsoft.com/office/drawing/2014/main" id="{41BDCA60-2625-4B36-96B1-2B050A7C734F}"/>
              </a:ext>
            </a:extLst>
          </p:cNvPr>
          <p:cNvSpPr>
            <a:spLocks noGrp="1"/>
          </p:cNvSpPr>
          <p:nvPr>
            <p:ph type="body" sz="quarter" idx="43"/>
          </p:nvPr>
        </p:nvSpPr>
        <p:spPr>
          <a:xfrm>
            <a:off x="9317687" y="1894893"/>
            <a:ext cx="2926080" cy="2505345"/>
          </a:xfrm>
        </p:spPr>
        <p:txBody>
          <a:bodyPr/>
          <a:lstStyle/>
          <a:p>
            <a:r>
              <a:rPr lang="en-US" dirty="0"/>
              <a:t>Public Transparency &amp; Data Accessibility</a:t>
            </a:r>
          </a:p>
        </p:txBody>
      </p:sp>
      <p:sp>
        <p:nvSpPr>
          <p:cNvPr id="14" name="Text Placeholder 13">
            <a:extLst>
              <a:ext uri="{FF2B5EF4-FFF2-40B4-BE49-F238E27FC236}">
                <a16:creationId xmlns:a16="http://schemas.microsoft.com/office/drawing/2014/main" id="{96255A71-CEF2-4F63-A0C4-DC367B56213B}"/>
              </a:ext>
            </a:extLst>
          </p:cNvPr>
          <p:cNvSpPr>
            <a:spLocks noGrp="1"/>
          </p:cNvSpPr>
          <p:nvPr>
            <p:ph type="body" sz="quarter" idx="38"/>
          </p:nvPr>
        </p:nvSpPr>
        <p:spPr>
          <a:xfrm>
            <a:off x="9606011" y="3086100"/>
            <a:ext cx="2345196" cy="1314138"/>
          </a:xfrm>
        </p:spPr>
        <p:txBody>
          <a:bodyPr>
            <a:normAutofit fontScale="85000" lnSpcReduction="10000"/>
          </a:bodyPr>
          <a:lstStyle/>
          <a:p>
            <a:r>
              <a:rPr lang="en-US" dirty="0"/>
              <a:t>Increasing access to public data and performance indicators to improve trust and enable evidence-based policymaking. </a:t>
            </a:r>
          </a:p>
        </p:txBody>
      </p:sp>
      <p:sp>
        <p:nvSpPr>
          <p:cNvPr id="6" name="Text Placeholder 10">
            <a:extLst>
              <a:ext uri="{FF2B5EF4-FFF2-40B4-BE49-F238E27FC236}">
                <a16:creationId xmlns:a16="http://schemas.microsoft.com/office/drawing/2014/main" id="{5084E600-C54A-4F55-D853-39B0A969CA0B}"/>
              </a:ext>
            </a:extLst>
          </p:cNvPr>
          <p:cNvSpPr txBox="1">
            <a:spLocks/>
          </p:cNvSpPr>
          <p:nvPr/>
        </p:nvSpPr>
        <p:spPr>
          <a:xfrm>
            <a:off x="5067300" y="4454757"/>
            <a:ext cx="2500002" cy="2403243"/>
          </a:xfrm>
          <a:prstGeom prst="rect">
            <a:avLst/>
          </a:prstGeom>
          <a:solidFill>
            <a:schemeClr val="bg1">
              <a:alpha val="90000"/>
            </a:schemeClr>
          </a:solidFill>
        </p:spPr>
        <p:txBody>
          <a:bodyPr vert="horz" lIns="91440" tIns="5029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1800" kern="1200" cap="all" baseline="0">
                <a:solidFill>
                  <a:schemeClr val="accent1"/>
                </a:solidFill>
                <a:latin typeface="+mj-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Civic Engagement &amp; Accountability</a:t>
            </a:r>
          </a:p>
        </p:txBody>
      </p:sp>
      <p:sp>
        <p:nvSpPr>
          <p:cNvPr id="7" name="Text Placeholder 10">
            <a:extLst>
              <a:ext uri="{FF2B5EF4-FFF2-40B4-BE49-F238E27FC236}">
                <a16:creationId xmlns:a16="http://schemas.microsoft.com/office/drawing/2014/main" id="{2F5F879C-6669-CBD7-0BD0-9BB73DCDFC54}"/>
              </a:ext>
            </a:extLst>
          </p:cNvPr>
          <p:cNvSpPr txBox="1">
            <a:spLocks/>
          </p:cNvSpPr>
          <p:nvPr/>
        </p:nvSpPr>
        <p:spPr>
          <a:xfrm>
            <a:off x="240793" y="1902270"/>
            <a:ext cx="2926080" cy="2505345"/>
          </a:xfrm>
          <a:prstGeom prst="rect">
            <a:avLst/>
          </a:prstGeom>
          <a:solidFill>
            <a:schemeClr val="bg1">
              <a:alpha val="90000"/>
            </a:schemeClr>
          </a:solidFill>
        </p:spPr>
        <p:txBody>
          <a:bodyPr vert="horz" lIns="91440" tIns="5029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1800" kern="1200" cap="all" baseline="0">
                <a:solidFill>
                  <a:schemeClr val="accent1"/>
                </a:solidFill>
                <a:latin typeface="+mj-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Strengthening Rule of Law</a:t>
            </a:r>
          </a:p>
          <a:p>
            <a:endParaRPr lang="en-US" dirty="0"/>
          </a:p>
        </p:txBody>
      </p:sp>
      <p:sp>
        <p:nvSpPr>
          <p:cNvPr id="17" name="Text Placeholder 16">
            <a:extLst>
              <a:ext uri="{FF2B5EF4-FFF2-40B4-BE49-F238E27FC236}">
                <a16:creationId xmlns:a16="http://schemas.microsoft.com/office/drawing/2014/main" id="{223AF1F9-7D76-B709-9704-D77AAABBB3FA}"/>
              </a:ext>
            </a:extLst>
          </p:cNvPr>
          <p:cNvSpPr>
            <a:spLocks noGrp="1"/>
          </p:cNvSpPr>
          <p:nvPr>
            <p:ph type="body" sz="quarter" idx="34"/>
          </p:nvPr>
        </p:nvSpPr>
        <p:spPr>
          <a:xfrm>
            <a:off x="3333587" y="3086100"/>
            <a:ext cx="2951437" cy="1232132"/>
          </a:xfrm>
        </p:spPr>
        <p:txBody>
          <a:bodyPr>
            <a:noAutofit/>
          </a:bodyPr>
          <a:lstStyle/>
          <a:p>
            <a:pPr algn="l"/>
            <a:r>
              <a:rPr lang="en-US" sz="1200" dirty="0"/>
              <a:t>Expanding digital governance systems (e-government), increasing transparency in public procurement, and strengthening accountability mechanisms. </a:t>
            </a:r>
          </a:p>
        </p:txBody>
      </p:sp>
      <p:sp>
        <p:nvSpPr>
          <p:cNvPr id="18" name="Text Placeholder 16">
            <a:extLst>
              <a:ext uri="{FF2B5EF4-FFF2-40B4-BE49-F238E27FC236}">
                <a16:creationId xmlns:a16="http://schemas.microsoft.com/office/drawing/2014/main" id="{AED7F65D-E46C-0030-ED77-2332F093CCDA}"/>
              </a:ext>
            </a:extLst>
          </p:cNvPr>
          <p:cNvSpPr txBox="1">
            <a:spLocks/>
          </p:cNvSpPr>
          <p:nvPr/>
        </p:nvSpPr>
        <p:spPr>
          <a:xfrm>
            <a:off x="442308" y="2968382"/>
            <a:ext cx="2951437" cy="1232132"/>
          </a:xfrm>
          <a:prstGeom prst="rect">
            <a:avLst/>
          </a:prstGeom>
        </p:spPr>
        <p:txBody>
          <a:bodyPr vert="horz" lIns="91440" tIns="45720" rIns="91440" bIns="45720" rtlCol="0">
            <a:noAutofit/>
          </a:bodyPr>
          <a:lstStyle>
            <a:lvl1pPr marL="0" indent="0" algn="ctr" defTabSz="914400" rtl="0" eaLnBrk="1" latinLnBrk="0" hangingPunct="1">
              <a:lnSpc>
                <a:spcPts val="2200"/>
              </a:lnSpc>
              <a:spcBef>
                <a:spcPts val="0"/>
              </a:spcBef>
              <a:buFont typeface="Arial" panose="020B0604020202020204" pitchFamily="34" charset="0"/>
              <a:buNone/>
              <a:defRPr sz="1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endParaRPr lang="en-US" sz="1200" dirty="0"/>
          </a:p>
        </p:txBody>
      </p:sp>
      <p:sp>
        <p:nvSpPr>
          <p:cNvPr id="19" name="Text Placeholder 16">
            <a:extLst>
              <a:ext uri="{FF2B5EF4-FFF2-40B4-BE49-F238E27FC236}">
                <a16:creationId xmlns:a16="http://schemas.microsoft.com/office/drawing/2014/main" id="{DDB5F326-8AB0-0121-72F8-5DE9C27DAA99}"/>
              </a:ext>
            </a:extLst>
          </p:cNvPr>
          <p:cNvSpPr txBox="1">
            <a:spLocks/>
          </p:cNvSpPr>
          <p:nvPr/>
        </p:nvSpPr>
        <p:spPr>
          <a:xfrm>
            <a:off x="476337" y="3203818"/>
            <a:ext cx="2724564" cy="1114414"/>
          </a:xfrm>
          <a:prstGeom prst="rect">
            <a:avLst/>
          </a:prstGeom>
        </p:spPr>
        <p:txBody>
          <a:bodyPr vert="horz" lIns="91440" tIns="45720" rIns="91440" bIns="45720" rtlCol="0">
            <a:noAutofit/>
          </a:bodyPr>
          <a:lstStyle>
            <a:lvl1pPr marL="0" indent="0" algn="ctr" defTabSz="914400" rtl="0" eaLnBrk="1" latinLnBrk="0" hangingPunct="1">
              <a:lnSpc>
                <a:spcPts val="2200"/>
              </a:lnSpc>
              <a:spcBef>
                <a:spcPts val="0"/>
              </a:spcBef>
              <a:buFont typeface="Arial" panose="020B0604020202020204" pitchFamily="34" charset="0"/>
              <a:buNone/>
              <a:defRPr sz="1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r>
              <a:rPr lang="en-US" sz="1200" dirty="0"/>
              <a:t>Enhancing judicial independence, accelerating legal processes, and ensuring equal enforcement of laws</a:t>
            </a:r>
          </a:p>
        </p:txBody>
      </p:sp>
      <p:sp>
        <p:nvSpPr>
          <p:cNvPr id="25" name="Text Placeholder 16">
            <a:extLst>
              <a:ext uri="{FF2B5EF4-FFF2-40B4-BE49-F238E27FC236}">
                <a16:creationId xmlns:a16="http://schemas.microsoft.com/office/drawing/2014/main" id="{97E01FED-894B-FF49-0C93-AC99EFF2D973}"/>
              </a:ext>
            </a:extLst>
          </p:cNvPr>
          <p:cNvSpPr txBox="1">
            <a:spLocks/>
          </p:cNvSpPr>
          <p:nvPr/>
        </p:nvSpPr>
        <p:spPr>
          <a:xfrm>
            <a:off x="5067300" y="5361272"/>
            <a:ext cx="2401904" cy="1496728"/>
          </a:xfrm>
          <a:prstGeom prst="rect">
            <a:avLst/>
          </a:prstGeom>
        </p:spPr>
        <p:txBody>
          <a:bodyPr vert="horz" lIns="91440" tIns="45720" rIns="91440" bIns="45720" rtlCol="0">
            <a:noAutofit/>
          </a:bodyPr>
          <a:lstStyle>
            <a:lvl1pPr marL="0" indent="0" algn="ctr" defTabSz="914400" rtl="0" eaLnBrk="1" latinLnBrk="0" hangingPunct="1">
              <a:lnSpc>
                <a:spcPts val="2200"/>
              </a:lnSpc>
              <a:spcBef>
                <a:spcPts val="0"/>
              </a:spcBef>
              <a:buFont typeface="Arial" panose="020B0604020202020204" pitchFamily="34" charset="0"/>
              <a:buNone/>
              <a:defRPr sz="1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r>
              <a:rPr lang="en-US" sz="1200" dirty="0"/>
              <a:t>Encouraging citizen participation in governance processes and strengthening feedback mechanisms between the public and institutions. </a:t>
            </a:r>
          </a:p>
          <a:p>
            <a:pPr algn="l"/>
            <a:endParaRPr lang="en-US" sz="1200" dirty="0"/>
          </a:p>
        </p:txBody>
      </p:sp>
    </p:spTree>
    <p:extLst>
      <p:ext uri="{BB962C8B-B14F-4D97-AF65-F5344CB8AC3E}">
        <p14:creationId xmlns:p14="http://schemas.microsoft.com/office/powerpoint/2010/main" val="147210613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2" name="Picture Placeholder 51">
            <a:extLst>
              <a:ext uri="{FF2B5EF4-FFF2-40B4-BE49-F238E27FC236}">
                <a16:creationId xmlns:a16="http://schemas.microsoft.com/office/drawing/2014/main" id="{FB984F8E-E35E-4C11-86D8-AC8E1328E99E}"/>
              </a:ext>
            </a:extLst>
          </p:cNvPr>
          <p:cNvPicPr>
            <a:picLocks noGrp="1" noChangeAspect="1"/>
          </p:cNvPicPr>
          <p:nvPr>
            <p:ph type="pic" sz="quarter" idx="13"/>
          </p:nvPr>
        </p:nvPicPr>
        <p:blipFill>
          <a:blip r:embed="rId3">
            <a:extLst>
              <a:ext uri="{837473B0-CC2E-450A-ABE3-18F120FF3D39}">
                <a1611:picAttrSrcUrl xmlns:a1611="http://schemas.microsoft.com/office/drawing/2016/11/main" r:id="rId4"/>
              </a:ext>
            </a:extLst>
          </a:blip>
          <a:srcRect t="31740" b="31740"/>
          <a:stretch/>
        </p:blipFill>
        <p:spPr>
          <a:xfrm>
            <a:off x="458724" y="481369"/>
            <a:ext cx="11274552" cy="2743200"/>
          </a:xfrm>
        </p:spPr>
      </p:pic>
      <p:sp>
        <p:nvSpPr>
          <p:cNvPr id="34" name="Title 33">
            <a:extLst>
              <a:ext uri="{FF2B5EF4-FFF2-40B4-BE49-F238E27FC236}">
                <a16:creationId xmlns:a16="http://schemas.microsoft.com/office/drawing/2014/main" id="{17B7CBFC-65A2-4AB4-BE48-C580D13CAE3B}"/>
              </a:ext>
            </a:extLst>
          </p:cNvPr>
          <p:cNvSpPr>
            <a:spLocks noGrp="1"/>
          </p:cNvSpPr>
          <p:nvPr>
            <p:ph type="title"/>
          </p:nvPr>
        </p:nvSpPr>
        <p:spPr>
          <a:xfrm>
            <a:off x="841248" y="3592386"/>
            <a:ext cx="4572000" cy="1325563"/>
          </a:xfrm>
        </p:spPr>
        <p:txBody>
          <a:bodyPr/>
          <a:lstStyle/>
          <a:p>
            <a:r>
              <a:rPr lang="en-US" dirty="0"/>
              <a:t>SUMMARY</a:t>
            </a:r>
          </a:p>
        </p:txBody>
      </p:sp>
      <p:sp>
        <p:nvSpPr>
          <p:cNvPr id="36" name="Text Placeholder 35">
            <a:extLst>
              <a:ext uri="{FF2B5EF4-FFF2-40B4-BE49-F238E27FC236}">
                <a16:creationId xmlns:a16="http://schemas.microsoft.com/office/drawing/2014/main" id="{D2B40CBE-DEC8-4A9F-AF68-3DABE42C7EE3}"/>
              </a:ext>
            </a:extLst>
          </p:cNvPr>
          <p:cNvSpPr>
            <a:spLocks noGrp="1"/>
          </p:cNvSpPr>
          <p:nvPr>
            <p:ph type="body" sz="quarter" idx="17"/>
          </p:nvPr>
        </p:nvSpPr>
        <p:spPr>
          <a:xfrm>
            <a:off x="6227545" y="3546349"/>
            <a:ext cx="5510502" cy="2325062"/>
          </a:xfrm>
        </p:spPr>
        <p:txBody>
          <a:bodyPr/>
          <a:lstStyle/>
          <a:p>
            <a:r>
              <a:rPr lang="en-US" dirty="0"/>
              <a:t>The SDG16 comparison reveals a clear governance divide: Finland stands out with strong institutions, high transparency, and low corruption, while Jordan shows moderate and developing performance. Egypt, in contrast, faces deeper structural challenges in rule of law, accountability, and institutional effectiveness. Overall, the analysis highlights that strengthening governance quality and transparency is essential for Egypt to close the gap and advance toward SDG16 targets.</a:t>
            </a:r>
          </a:p>
        </p:txBody>
      </p:sp>
    </p:spTree>
    <p:extLst>
      <p:ext uri="{BB962C8B-B14F-4D97-AF65-F5344CB8AC3E}">
        <p14:creationId xmlns:p14="http://schemas.microsoft.com/office/powerpoint/2010/main" val="183970803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Placeholder 6">
            <a:extLst>
              <a:ext uri="{FF2B5EF4-FFF2-40B4-BE49-F238E27FC236}">
                <a16:creationId xmlns:a16="http://schemas.microsoft.com/office/drawing/2014/main" id="{7EA54CDC-A10B-4928-83AD-8A873A126AFE}"/>
              </a:ext>
            </a:extLst>
          </p:cNvPr>
          <p:cNvPicPr>
            <a:picLocks noGrp="1" noChangeAspect="1"/>
          </p:cNvPicPr>
          <p:nvPr>
            <p:ph type="pic" sz="quarter" idx="13"/>
          </p:nvPr>
        </p:nvPicPr>
        <p:blipFill>
          <a:blip r:embed="rId2">
            <a:extLst>
              <a:ext uri="{837473B0-CC2E-450A-ABE3-18F120FF3D39}">
                <a1611:picAttrSrcUrl xmlns:a1611="http://schemas.microsoft.com/office/drawing/2016/11/main" r:id="rId3"/>
              </a:ext>
            </a:extLst>
          </a:blip>
          <a:srcRect/>
          <a:stretch/>
        </p:blipFill>
        <p:spPr>
          <a:xfrm>
            <a:off x="1524" y="0"/>
            <a:ext cx="12188952" cy="6858000"/>
          </a:xfrm>
        </p:spPr>
      </p:pic>
      <p:sp>
        <p:nvSpPr>
          <p:cNvPr id="28" name="Title 27">
            <a:extLst>
              <a:ext uri="{FF2B5EF4-FFF2-40B4-BE49-F238E27FC236}">
                <a16:creationId xmlns:a16="http://schemas.microsoft.com/office/drawing/2014/main" id="{0648DE95-334E-46CE-B3A6-AEEB61BA16E7}"/>
              </a:ext>
            </a:extLst>
          </p:cNvPr>
          <p:cNvSpPr>
            <a:spLocks noGrp="1"/>
          </p:cNvSpPr>
          <p:nvPr>
            <p:ph type="title"/>
          </p:nvPr>
        </p:nvSpPr>
        <p:spPr>
          <a:xfrm>
            <a:off x="6946900" y="317500"/>
            <a:ext cx="4330700" cy="1612900"/>
          </a:xfrm>
        </p:spPr>
        <p:txBody>
          <a:bodyPr>
            <a:normAutofit fontScale="90000"/>
          </a:bodyPr>
          <a:lstStyle/>
          <a:p>
            <a:r>
              <a:rPr lang="en-US" sz="6000" dirty="0">
                <a:solidFill>
                  <a:schemeClr val="tx1"/>
                </a:solidFill>
              </a:rPr>
              <a:t>Thank You</a:t>
            </a:r>
          </a:p>
        </p:txBody>
      </p:sp>
      <p:sp>
        <p:nvSpPr>
          <p:cNvPr id="23" name="Content Placeholder 22">
            <a:extLst>
              <a:ext uri="{FF2B5EF4-FFF2-40B4-BE49-F238E27FC236}">
                <a16:creationId xmlns:a16="http://schemas.microsoft.com/office/drawing/2014/main" id="{80E486CF-8877-4DB4-98D3-2CD9F1CB339E}"/>
              </a:ext>
            </a:extLst>
          </p:cNvPr>
          <p:cNvSpPr>
            <a:spLocks noGrp="1"/>
          </p:cNvSpPr>
          <p:nvPr>
            <p:ph idx="14"/>
          </p:nvPr>
        </p:nvSpPr>
        <p:spPr>
          <a:xfrm>
            <a:off x="7924800" y="5207000"/>
            <a:ext cx="3711734" cy="1020064"/>
          </a:xfrm>
        </p:spPr>
        <p:txBody>
          <a:bodyPr>
            <a:normAutofit/>
          </a:bodyPr>
          <a:lstStyle/>
          <a:p>
            <a:r>
              <a:rPr lang="en-US" dirty="0">
                <a:solidFill>
                  <a:schemeClr val="tx1"/>
                </a:solidFill>
              </a:rPr>
              <a:t>Ola Yasser Elsheikh</a:t>
            </a:r>
          </a:p>
          <a:p>
            <a:r>
              <a:rPr lang="en-US" dirty="0">
                <a:hlinkClick r:id="rId4"/>
              </a:rPr>
              <a:t>oelshiekh053@gmail.com</a:t>
            </a:r>
            <a:endParaRPr lang="en-US" dirty="0"/>
          </a:p>
        </p:txBody>
      </p:sp>
    </p:spTree>
    <p:extLst>
      <p:ext uri="{BB962C8B-B14F-4D97-AF65-F5344CB8AC3E}">
        <p14:creationId xmlns:p14="http://schemas.microsoft.com/office/powerpoint/2010/main" val="2756819046"/>
      </p:ext>
    </p:extLst>
  </p:cSld>
  <p:clrMapOvr>
    <a:masterClrMapping/>
  </p:clrMapOvr>
</p:sld>
</file>

<file path=ppt/theme/theme1.xml><?xml version="1.0" encoding="utf-8"?>
<a:theme xmlns:a="http://schemas.openxmlformats.org/drawingml/2006/main" name="Office Theme">
  <a:themeElements>
    <a:clrScheme name="Custom 83">
      <a:dk1>
        <a:sysClr val="windowText" lastClr="000000"/>
      </a:dk1>
      <a:lt1>
        <a:sysClr val="window" lastClr="FFFFFF"/>
      </a:lt1>
      <a:dk2>
        <a:srgbClr val="44546A"/>
      </a:dk2>
      <a:lt2>
        <a:srgbClr val="E7E6E6"/>
      </a:lt2>
      <a:accent1>
        <a:srgbClr val="024873"/>
      </a:accent1>
      <a:accent2>
        <a:srgbClr val="03658C"/>
      </a:accent2>
      <a:accent3>
        <a:srgbClr val="0388A6"/>
      </a:accent3>
      <a:accent4>
        <a:srgbClr val="04ADBF"/>
      </a:accent4>
      <a:accent5>
        <a:srgbClr val="5B9BD5"/>
      </a:accent5>
      <a:accent6>
        <a:srgbClr val="04D9D9"/>
      </a:accent6>
      <a:hlink>
        <a:srgbClr val="0563C1"/>
      </a:hlink>
      <a:folHlink>
        <a:srgbClr val="954F72"/>
      </a:folHlink>
    </a:clrScheme>
    <a:fontScheme name="Custom 118">
      <a:majorFont>
        <a:latin typeface="Selawik Semibold"/>
        <a:ea typeface=""/>
        <a:cs typeface=""/>
      </a:majorFont>
      <a:minorFont>
        <a:latin typeface="Source Sans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Financial pitch deck_Win32_JB_v2.potx" id="{20737546-06B0-4BD7-AC56-F403EF86C0E3}" vid="{1EA85B44-1A53-4BBB-B1B2-A9A21AB62EE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_ip_UnifiedCompliancePolicyUIAction xmlns="http://schemas.microsoft.com/sharepoint/v3" xsi:nil="true"/>
    <Image xmlns="71af3243-3dd4-4a8d-8c0d-dd76da1f02a5">
      <Url xsi:nil="true"/>
      <Description xsi:nil="true"/>
    </Image>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1" ma:contentTypeDescription="Create a new document." ma:contentTypeScope="" ma:versionID="64dfb1555687e0874b4304b796b5b0c7">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e6e4c555b5e194d05b7203de9c4567b3"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element ref="ns1:_ip_UnifiedCompliancePolicyProperties" minOccurs="0"/>
                <xsd:element ref="ns1:_ip_UnifiedCompliancePolicyUIAction" minOccurs="0"/>
                <xsd:element ref="ns2:Image" minOccurs="0"/>
                <xsd:element ref="ns4:TaxCatchAll" minOccurs="0"/>
                <xsd:element ref="ns2:ImageTagsTaxHTField"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xsd:simpleType>
        <xsd:restriction base="dms:Note"/>
      </xsd:simpleType>
    </xsd:element>
    <xsd:element name="_ip_UnifiedCompliancePolicyUIAction" ma:index="21"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element name="Image" ma:index="22" nillable="true" ma:displayName="Image" ma:format="Image" ma:internalName="Image">
      <xsd:complexType>
        <xsd:complexContent>
          <xsd:extension base="dms:URL">
            <xsd:sequence>
              <xsd:element name="Url" type="dms:ValidUrl" minOccurs="0" nillable="true"/>
              <xsd:element name="Description" type="xsd:string" nillable="true"/>
            </xsd:sequence>
          </xsd:extension>
        </xsd:complexContent>
      </xsd:complex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9BAD7039-4680-4956-9542-B83D9E6314E4}">
  <ds:schemaRefs>
    <ds:schemaRef ds:uri="http://schemas.microsoft.com/office/2006/metadata/properties"/>
    <ds:schemaRef ds:uri="http://schemas.microsoft.com/office/infopath/2007/PartnerControls"/>
    <ds:schemaRef ds:uri="71af3243-3dd4-4a8d-8c0d-dd76da1f02a5"/>
    <ds:schemaRef ds:uri="http://schemas.microsoft.com/sharepoint/v3"/>
    <ds:schemaRef ds:uri="230e9df3-be65-4c73-a93b-d1236ebd677e"/>
  </ds:schemaRefs>
</ds:datastoreItem>
</file>

<file path=customXml/itemProps2.xml><?xml version="1.0" encoding="utf-8"?>
<ds:datastoreItem xmlns:ds="http://schemas.openxmlformats.org/officeDocument/2006/customXml" ds:itemID="{0FC5A798-286F-493A-A004-3C6C2A6B8B95}">
  <ds:schemaRefs>
    <ds:schemaRef ds:uri="http://schemas.microsoft.com/sharepoint/v3/contenttype/forms"/>
  </ds:schemaRefs>
</ds:datastoreItem>
</file>

<file path=customXml/itemProps3.xml><?xml version="1.0" encoding="utf-8"?>
<ds:datastoreItem xmlns:ds="http://schemas.openxmlformats.org/officeDocument/2006/customXml" ds:itemID="{284AF623-4A95-4652-AF18-74D461A9667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f42aa342-8706-4288-bd11-ebb85995028c}" enabled="1" method="Standard" siteId="{72f988bf-86f1-41af-91ab-2d7cd011db47}" removed="0"/>
</clbl:labelList>
</file>

<file path=docProps/app.xml><?xml version="1.0" encoding="utf-8"?>
<Properties xmlns="http://schemas.openxmlformats.org/officeDocument/2006/extended-properties" xmlns:vt="http://schemas.openxmlformats.org/officeDocument/2006/docPropsVTypes">
  <Template>Financial pitch deck</Template>
  <TotalTime>3083</TotalTime>
  <Words>1044</Words>
  <Application>Microsoft Office PowerPoint</Application>
  <PresentationFormat>Widescreen</PresentationFormat>
  <Paragraphs>159</Paragraphs>
  <Slides>17</Slides>
  <Notes>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17</vt:i4>
      </vt:variant>
    </vt:vector>
  </HeadingPairs>
  <TitlesOfParts>
    <vt:vector size="23" baseType="lpstr">
      <vt:lpstr>Arial</vt:lpstr>
      <vt:lpstr>Calibri</vt:lpstr>
      <vt:lpstr>Selawik Semibold</vt:lpstr>
      <vt:lpstr>Source Sans Pro</vt:lpstr>
      <vt:lpstr>Source Sans Pro ExtraLight</vt:lpstr>
      <vt:lpstr>Office Theme</vt:lpstr>
      <vt:lpstr>SDG 16 Analysis for Egypt Peace, Justice and Strong  Institutions </vt:lpstr>
      <vt:lpstr>Introduction </vt:lpstr>
      <vt:lpstr>Egypt SDG Performance Overview</vt:lpstr>
      <vt:lpstr>Key Insights</vt:lpstr>
      <vt:lpstr>PowerPoint Presentation</vt:lpstr>
      <vt:lpstr>PowerPoint Presentation</vt:lpstr>
      <vt:lpstr>International Comparison</vt:lpstr>
      <vt:lpstr>Why the Difference?</vt:lpstr>
      <vt:lpstr>Interpretation of SDG 16</vt:lpstr>
      <vt:lpstr>SDG 16 Governance Comparison</vt:lpstr>
      <vt:lpstr>SDG 16 Analysis </vt:lpstr>
      <vt:lpstr>Governance + Digital Transformation</vt:lpstr>
      <vt:lpstr>Recommendations</vt:lpstr>
      <vt:lpstr>SDG’S VIEW</vt:lpstr>
      <vt:lpstr>Policy-Oriented Analysis</vt:lpstr>
      <vt:lpstr>SUMMARY</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Ola Elsheikh</dc:creator>
  <cp:lastModifiedBy>Ola Elsheikh</cp:lastModifiedBy>
  <cp:revision>13</cp:revision>
  <dcterms:created xsi:type="dcterms:W3CDTF">2026-06-22T13:45:28Z</dcterms:created>
  <dcterms:modified xsi:type="dcterms:W3CDTF">2026-06-25T14:47:14Z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